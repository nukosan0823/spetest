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2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3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4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5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6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11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ec592090624d18" /><Relationship Type="http://schemas.openxmlformats.org/officeDocument/2006/relationships/extended-properties" Target="/docProps/app.xml" Id="Ra9d04e6c2b834736" /><Relationship Type="http://schemas.openxmlformats.org/officeDocument/2006/relationships/officeDocument" Target="/ppt/presentation.xml" Id="Radf0a7f819bb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840240c214842"/>
  </p:sldMasterIdLst>
  <p:notesMasterIdLst>
    <p:notesMasterId xmlns:r="http://schemas.openxmlformats.org/officeDocument/2006/relationships" r:id="R6325c1c378354f9e"/>
  </p:notesMasterIdLst>
  <p:sldIdLst>
    <p:sldId xmlns:r="http://schemas.openxmlformats.org/officeDocument/2006/relationships" id="256" r:id="R89abceca28b7424d"/>
    <p:sldId xmlns:r="http://schemas.openxmlformats.org/officeDocument/2006/relationships" id="257" r:id="Ra446a7de0a1e4663"/>
    <p:sldId xmlns:r="http://schemas.openxmlformats.org/officeDocument/2006/relationships" id="258" r:id="R2088774c89314334"/>
    <p:sldId xmlns:r="http://schemas.openxmlformats.org/officeDocument/2006/relationships" id="259" r:id="R037d3a10b8bf4910"/>
    <p:sldId xmlns:r="http://schemas.openxmlformats.org/officeDocument/2006/relationships" id="260" r:id="R54e4c65ce43d4a67"/>
    <p:sldId xmlns:r="http://schemas.openxmlformats.org/officeDocument/2006/relationships" id="261" r:id="R9a108970a2dc436b"/>
    <p:sldId xmlns:r="http://schemas.openxmlformats.org/officeDocument/2006/relationships" id="262" r:id="Re9f5a3ad38b54720"/>
    <p:sldId xmlns:r="http://schemas.openxmlformats.org/officeDocument/2006/relationships" id="263" r:id="R61907f76800d404a"/>
    <p:sldId xmlns:r="http://schemas.openxmlformats.org/officeDocument/2006/relationships" id="264" r:id="R3e08ef8510f940a6"/>
    <p:sldId xmlns:r="http://schemas.openxmlformats.org/officeDocument/2006/relationships" id="265" r:id="R9e56901ea15e48df"/>
    <p:sldId xmlns:r="http://schemas.openxmlformats.org/officeDocument/2006/relationships" id="266" r:id="R086e15ab3bb64b0f"/>
    <p:sldId xmlns:r="http://schemas.openxmlformats.org/officeDocument/2006/relationships" id="267" r:id="R17f4e2368b3c460b"/>
    <p:sldId xmlns:r="http://schemas.openxmlformats.org/officeDocument/2006/relationships" id="268" r:id="R9486955ced3a4312"/>
    <p:sldId xmlns:r="http://schemas.openxmlformats.org/officeDocument/2006/relationships" id="269" r:id="R07e57ff8a22a451b"/>
    <p:sldId xmlns:r="http://schemas.openxmlformats.org/officeDocument/2006/relationships" id="270" r:id="R3c646d2377454168"/>
    <p:sldId xmlns:r="http://schemas.openxmlformats.org/officeDocument/2006/relationships" id="271" r:id="Rd482aa148fc04650"/>
    <p:sldId xmlns:r="http://schemas.openxmlformats.org/officeDocument/2006/relationships" id="272" r:id="R073737061d194df6"/>
    <p:sldId xmlns:r="http://schemas.openxmlformats.org/officeDocument/2006/relationships" id="273" r:id="R9aa41fdcabbb4861"/>
    <p:sldId xmlns:r="http://schemas.openxmlformats.org/officeDocument/2006/relationships" id="274" r:id="Rd7d964264b154ee0"/>
    <p:sldId xmlns:r="http://schemas.openxmlformats.org/officeDocument/2006/relationships" id="275" r:id="Rdd48011bfdd24ece"/>
    <p:sldId xmlns:r="http://schemas.openxmlformats.org/officeDocument/2006/relationships" id="276" r:id="R4327241a338e4a11"/>
    <p:sldId xmlns:r="http://schemas.openxmlformats.org/officeDocument/2006/relationships" id="277" r:id="R3425d06165554a2b"/>
    <p:sldId xmlns:r="http://schemas.openxmlformats.org/officeDocument/2006/relationships" id="278" r:id="Rf3c29bce1b604bc1"/>
    <p:sldId xmlns:r="http://schemas.openxmlformats.org/officeDocument/2006/relationships" id="279" r:id="R5fd4c7ebc56a4468"/>
    <p:sldId xmlns:r="http://schemas.openxmlformats.org/officeDocument/2006/relationships" id="280" r:id="R49f9195db024425a"/>
    <p:sldId xmlns:r="http://schemas.openxmlformats.org/officeDocument/2006/relationships" id="281" r:id="Rbe785e948f4f451b"/>
    <p:sldId xmlns:r="http://schemas.openxmlformats.org/officeDocument/2006/relationships" id="282" r:id="Rc2dc16a46ef34034"/>
    <p:sldId xmlns:r="http://schemas.openxmlformats.org/officeDocument/2006/relationships" id="283" r:id="R466bd701ef3c43d1"/>
    <p:sldId xmlns:r="http://schemas.openxmlformats.org/officeDocument/2006/relationships" id="284" r:id="R6448a0f973104f39"/>
    <p:sldId xmlns:r="http://schemas.openxmlformats.org/officeDocument/2006/relationships" id="285" r:id="Rcbc61d11171440ee"/>
    <p:sldId xmlns:r="http://schemas.openxmlformats.org/officeDocument/2006/relationships" id="286" r:id="Ra1ffd6b991e642e8"/>
    <p:sldId xmlns:r="http://schemas.openxmlformats.org/officeDocument/2006/relationships" id="287" r:id="Rc5d8d1af3c354d8b"/>
    <p:sldId xmlns:r="http://schemas.openxmlformats.org/officeDocument/2006/relationships" id="288" r:id="R324c7030b48b44dc"/>
    <p:sldId xmlns:r="http://schemas.openxmlformats.org/officeDocument/2006/relationships" id="289" r:id="Ra4d58121993b4133"/>
    <p:sldId xmlns:r="http://schemas.openxmlformats.org/officeDocument/2006/relationships" id="290" r:id="R9ae9c0c889bf436d"/>
    <p:sldId xmlns:r="http://schemas.openxmlformats.org/officeDocument/2006/relationships" id="291" r:id="Rbfd2b3541ccb42c0"/>
    <p:sldId xmlns:r="http://schemas.openxmlformats.org/officeDocument/2006/relationships" id="292" r:id="Rda4f66d4e143433b"/>
    <p:sldId xmlns:r="http://schemas.openxmlformats.org/officeDocument/2006/relationships" id="293" r:id="Ra0feec17a75b4997"/>
    <p:sldId xmlns:r="http://schemas.openxmlformats.org/officeDocument/2006/relationships" id="294" r:id="R3386db01b46c42dc"/>
    <p:sldId xmlns:r="http://schemas.openxmlformats.org/officeDocument/2006/relationships" id="295" r:id="R2c1444c58dba42c1"/>
    <p:sldId xmlns:r="http://schemas.openxmlformats.org/officeDocument/2006/relationships" id="296" r:id="R04d237babd73459a"/>
    <p:sldId xmlns:r="http://schemas.openxmlformats.org/officeDocument/2006/relationships" id="297" r:id="R562e21ce0b7f44e3"/>
    <p:sldId xmlns:r="http://schemas.openxmlformats.org/officeDocument/2006/relationships" id="298" r:id="Rd3bf8daecef949b2"/>
    <p:sldId xmlns:r="http://schemas.openxmlformats.org/officeDocument/2006/relationships" id="299" r:id="R6651cf94d6794899"/>
    <p:sldId xmlns:r="http://schemas.openxmlformats.org/officeDocument/2006/relationships" id="300" r:id="R69859ebbcdcb4dcb"/>
    <p:sldId xmlns:r="http://schemas.openxmlformats.org/officeDocument/2006/relationships" id="301" r:id="Re72408431d73481f"/>
    <p:sldId xmlns:r="http://schemas.openxmlformats.org/officeDocument/2006/relationships" id="302" r:id="R75e63ce8dae94807"/>
    <p:sldId xmlns:r="http://schemas.openxmlformats.org/officeDocument/2006/relationships" id="303" r:id="R28b6aa338b95456a"/>
    <p:sldId xmlns:r="http://schemas.openxmlformats.org/officeDocument/2006/relationships" id="304" r:id="Rbd175505648a4e5f"/>
    <p:sldId xmlns:r="http://schemas.openxmlformats.org/officeDocument/2006/relationships" id="305" r:id="R085efd1b6ed24074"/>
    <p:sldId xmlns:r="http://schemas.openxmlformats.org/officeDocument/2006/relationships" id="306" r:id="Rbdf1dce46e2a49d5"/>
    <p:sldId xmlns:r="http://schemas.openxmlformats.org/officeDocument/2006/relationships" id="307" r:id="Rd7636a2dd7f64da8"/>
    <p:sldId xmlns:r="http://schemas.openxmlformats.org/officeDocument/2006/relationships" id="308" r:id="R85a54da9f1a04c5c"/>
    <p:sldId xmlns:r="http://schemas.openxmlformats.org/officeDocument/2006/relationships" id="309" r:id="R58b04e9988e1457e"/>
    <p:sldId xmlns:r="http://schemas.openxmlformats.org/officeDocument/2006/relationships" id="310" r:id="Rdbc1c97788074233"/>
    <p:sldId xmlns:r="http://schemas.openxmlformats.org/officeDocument/2006/relationships" id="311" r:id="Rc69034107fe042e8"/>
    <p:sldId xmlns:r="http://schemas.openxmlformats.org/officeDocument/2006/relationships" id="312" r:id="Rd27eda837f4e47a9"/>
    <p:sldId xmlns:r="http://schemas.openxmlformats.org/officeDocument/2006/relationships" id="313" r:id="R9dfe24c4a3b1490a"/>
    <p:sldId xmlns:r="http://schemas.openxmlformats.org/officeDocument/2006/relationships" id="314" r:id="R73bb7d62066845e3"/>
    <p:sldId xmlns:r="http://schemas.openxmlformats.org/officeDocument/2006/relationships" id="315" r:id="R24b8fcfc371f4690"/>
    <p:sldId xmlns:r="http://schemas.openxmlformats.org/officeDocument/2006/relationships" id="316" r:id="Ra2419be60b764c70"/>
    <p:sldId xmlns:r="http://schemas.openxmlformats.org/officeDocument/2006/relationships" id="317" r:id="R2d0a46bd9e5b49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80598645542b6" /><Relationship Type="http://schemas.openxmlformats.org/officeDocument/2006/relationships/slideMaster" Target="/ppt/slideMasters/slideMaster1.xml" Id="R7b4840240c214842" /><Relationship Type="http://schemas.openxmlformats.org/officeDocument/2006/relationships/notesMaster" Target="/ppt/notesMasters/notesMaster1.xml" Id="R6325c1c378354f9e" /><Relationship Type="http://schemas.openxmlformats.org/officeDocument/2006/relationships/presProps" Target="/ppt/presProps.xml" Id="R7cdf47b44f714ffe" /><Relationship Type="http://schemas.openxmlformats.org/officeDocument/2006/relationships/tableStyles" Target="/ppt/tableStyles.xml" Id="R39ce7642ee504e0f" /><Relationship Type="http://schemas.openxmlformats.org/officeDocument/2006/relationships/slide" Target="/ppt/slides/slide1.xml" Id="R89abceca28b7424d" /><Relationship Type="http://schemas.openxmlformats.org/officeDocument/2006/relationships/slide" Target="/ppt/slides/slide2.xml" Id="Ra446a7de0a1e4663" /><Relationship Type="http://schemas.openxmlformats.org/officeDocument/2006/relationships/slide" Target="/ppt/slides/slide3.xml" Id="R2088774c89314334" /><Relationship Type="http://schemas.openxmlformats.org/officeDocument/2006/relationships/slide" Target="/ppt/slides/slide4.xml" Id="R037d3a10b8bf4910" /><Relationship Type="http://schemas.openxmlformats.org/officeDocument/2006/relationships/slide" Target="/ppt/slides/slide5.xml" Id="R54e4c65ce43d4a67" /><Relationship Type="http://schemas.openxmlformats.org/officeDocument/2006/relationships/slide" Target="/ppt/slides/slide6.xml" Id="R9a108970a2dc436b" /><Relationship Type="http://schemas.openxmlformats.org/officeDocument/2006/relationships/slide" Target="/ppt/slides/slide7.xml" Id="Re9f5a3ad38b54720" /><Relationship Type="http://schemas.openxmlformats.org/officeDocument/2006/relationships/slide" Target="/ppt/slides/slide8.xml" Id="R61907f76800d404a" /><Relationship Type="http://schemas.openxmlformats.org/officeDocument/2006/relationships/slide" Target="/ppt/slides/slide9.xml" Id="R3e08ef8510f940a6" /><Relationship Type="http://schemas.openxmlformats.org/officeDocument/2006/relationships/slide" Target="/ppt/slides/slide10.xml" Id="R9e56901ea15e48df" /><Relationship Type="http://schemas.openxmlformats.org/officeDocument/2006/relationships/slide" Target="/ppt/slides/slide11.xml" Id="R086e15ab3bb64b0f" /><Relationship Type="http://schemas.openxmlformats.org/officeDocument/2006/relationships/slide" Target="/ppt/slides/slide12.xml" Id="R17f4e2368b3c460b" /><Relationship Type="http://schemas.openxmlformats.org/officeDocument/2006/relationships/slide" Target="/ppt/slides/slide13.xml" Id="R9486955ced3a4312" /><Relationship Type="http://schemas.openxmlformats.org/officeDocument/2006/relationships/slide" Target="/ppt/slides/slide14.xml" Id="R07e57ff8a22a451b" /><Relationship Type="http://schemas.openxmlformats.org/officeDocument/2006/relationships/slide" Target="/ppt/slides/slide15.xml" Id="R3c646d2377454168" /><Relationship Type="http://schemas.openxmlformats.org/officeDocument/2006/relationships/slide" Target="/ppt/slides/slide16.xml" Id="Rd482aa148fc04650" /><Relationship Type="http://schemas.openxmlformats.org/officeDocument/2006/relationships/slide" Target="/ppt/slides/slide17.xml" Id="R073737061d194df6" /><Relationship Type="http://schemas.openxmlformats.org/officeDocument/2006/relationships/slide" Target="/ppt/slides/slide18.xml" Id="R9aa41fdcabbb4861" /><Relationship Type="http://schemas.openxmlformats.org/officeDocument/2006/relationships/slide" Target="/ppt/slides/slide19.xml" Id="Rd7d964264b154ee0" /><Relationship Type="http://schemas.openxmlformats.org/officeDocument/2006/relationships/slide" Target="/ppt/slides/slide20.xml" Id="Rdd48011bfdd24ece" /><Relationship Type="http://schemas.openxmlformats.org/officeDocument/2006/relationships/slide" Target="/ppt/slides/slide21.xml" Id="R4327241a338e4a11" /><Relationship Type="http://schemas.openxmlformats.org/officeDocument/2006/relationships/slide" Target="/ppt/slides/slide22.xml" Id="R3425d06165554a2b" /><Relationship Type="http://schemas.openxmlformats.org/officeDocument/2006/relationships/slide" Target="/ppt/slides/slide23.xml" Id="Rf3c29bce1b604bc1" /><Relationship Type="http://schemas.openxmlformats.org/officeDocument/2006/relationships/slide" Target="/ppt/slides/slide24.xml" Id="R5fd4c7ebc56a4468" /><Relationship Type="http://schemas.openxmlformats.org/officeDocument/2006/relationships/slide" Target="/ppt/slides/slide25.xml" Id="R49f9195db024425a" /><Relationship Type="http://schemas.openxmlformats.org/officeDocument/2006/relationships/slide" Target="/ppt/slides/slide26.xml" Id="Rbe785e948f4f451b" /><Relationship Type="http://schemas.openxmlformats.org/officeDocument/2006/relationships/slide" Target="/ppt/slides/slide27.xml" Id="Rc2dc16a46ef34034" /><Relationship Type="http://schemas.openxmlformats.org/officeDocument/2006/relationships/slide" Target="/ppt/slides/slide28.xml" Id="R466bd701ef3c43d1" /><Relationship Type="http://schemas.openxmlformats.org/officeDocument/2006/relationships/slide" Target="/ppt/slides/slide29.xml" Id="R6448a0f973104f39" /><Relationship Type="http://schemas.openxmlformats.org/officeDocument/2006/relationships/slide" Target="/ppt/slides/slide30.xml" Id="Rcbc61d11171440ee" /><Relationship Type="http://schemas.openxmlformats.org/officeDocument/2006/relationships/slide" Target="/ppt/slides/slide31.xml" Id="Ra1ffd6b991e642e8" /><Relationship Type="http://schemas.openxmlformats.org/officeDocument/2006/relationships/slide" Target="/ppt/slides/slide32.xml" Id="Rc5d8d1af3c354d8b" /><Relationship Type="http://schemas.openxmlformats.org/officeDocument/2006/relationships/slide" Target="/ppt/slides/slide33.xml" Id="R324c7030b48b44dc" /><Relationship Type="http://schemas.openxmlformats.org/officeDocument/2006/relationships/slide" Target="/ppt/slides/slide34.xml" Id="Ra4d58121993b4133" /><Relationship Type="http://schemas.openxmlformats.org/officeDocument/2006/relationships/slide" Target="/ppt/slides/slide35.xml" Id="R9ae9c0c889bf436d" /><Relationship Type="http://schemas.openxmlformats.org/officeDocument/2006/relationships/slide" Target="/ppt/slides/slide36.xml" Id="Rbfd2b3541ccb42c0" /><Relationship Type="http://schemas.openxmlformats.org/officeDocument/2006/relationships/slide" Target="/ppt/slides/slide37.xml" Id="Rda4f66d4e143433b" /><Relationship Type="http://schemas.openxmlformats.org/officeDocument/2006/relationships/slide" Target="/ppt/slides/slide38.xml" Id="Ra0feec17a75b4997" /><Relationship Type="http://schemas.openxmlformats.org/officeDocument/2006/relationships/slide" Target="/ppt/slides/slide39.xml" Id="R3386db01b46c42dc" /><Relationship Type="http://schemas.openxmlformats.org/officeDocument/2006/relationships/slide" Target="/ppt/slides/slide40.xml" Id="R2c1444c58dba42c1" /><Relationship Type="http://schemas.openxmlformats.org/officeDocument/2006/relationships/slide" Target="/ppt/slides/slide41.xml" Id="R04d237babd73459a" /><Relationship Type="http://schemas.openxmlformats.org/officeDocument/2006/relationships/slide" Target="/ppt/slides/slide42.xml" Id="R562e21ce0b7f44e3" /><Relationship Type="http://schemas.openxmlformats.org/officeDocument/2006/relationships/slide" Target="/ppt/slides/slide43.xml" Id="Rd3bf8daecef949b2" /><Relationship Type="http://schemas.openxmlformats.org/officeDocument/2006/relationships/slide" Target="/ppt/slides/slide44.xml" Id="R6651cf94d6794899" /><Relationship Type="http://schemas.openxmlformats.org/officeDocument/2006/relationships/slide" Target="/ppt/slides/slide45.xml" Id="R69859ebbcdcb4dcb" /><Relationship Type="http://schemas.openxmlformats.org/officeDocument/2006/relationships/slide" Target="/ppt/slides/slide46.xml" Id="Re72408431d73481f" /><Relationship Type="http://schemas.openxmlformats.org/officeDocument/2006/relationships/slide" Target="/ppt/slides/slide47.xml" Id="R75e63ce8dae94807" /><Relationship Type="http://schemas.openxmlformats.org/officeDocument/2006/relationships/slide" Target="/ppt/slides/slide48.xml" Id="R28b6aa338b95456a" /><Relationship Type="http://schemas.openxmlformats.org/officeDocument/2006/relationships/slide" Target="/ppt/slides/slide49.xml" Id="Rbd175505648a4e5f" /><Relationship Type="http://schemas.openxmlformats.org/officeDocument/2006/relationships/slide" Target="/ppt/slides/slide50.xml" Id="R085efd1b6ed24074" /><Relationship Type="http://schemas.openxmlformats.org/officeDocument/2006/relationships/slide" Target="/ppt/slides/slide51.xml" Id="Rbdf1dce46e2a49d5" /><Relationship Type="http://schemas.openxmlformats.org/officeDocument/2006/relationships/slide" Target="/ppt/slides/slide52.xml" Id="Rd7636a2dd7f64da8" /><Relationship Type="http://schemas.openxmlformats.org/officeDocument/2006/relationships/slide" Target="/ppt/slides/slide53.xml" Id="R85a54da9f1a04c5c" /><Relationship Type="http://schemas.openxmlformats.org/officeDocument/2006/relationships/slide" Target="/ppt/slides/slide54.xml" Id="R58b04e9988e1457e" /><Relationship Type="http://schemas.openxmlformats.org/officeDocument/2006/relationships/slide" Target="/ppt/slides/slide55.xml" Id="Rdbc1c97788074233" /><Relationship Type="http://schemas.openxmlformats.org/officeDocument/2006/relationships/slide" Target="/ppt/slides/slide56.xml" Id="Rc69034107fe042e8" /><Relationship Type="http://schemas.openxmlformats.org/officeDocument/2006/relationships/slide" Target="/ppt/slides/slide57.xml" Id="Rd27eda837f4e47a9" /><Relationship Type="http://schemas.openxmlformats.org/officeDocument/2006/relationships/slide" Target="/ppt/slides/slide58.xml" Id="R9dfe24c4a3b1490a" /><Relationship Type="http://schemas.openxmlformats.org/officeDocument/2006/relationships/slide" Target="/ppt/slides/slide59.xml" Id="R73bb7d62066845e3" /><Relationship Type="http://schemas.openxmlformats.org/officeDocument/2006/relationships/slide" Target="/ppt/slides/slide60.xml" Id="R24b8fcfc371f4690" /><Relationship Type="http://schemas.openxmlformats.org/officeDocument/2006/relationships/slide" Target="/ppt/slides/slide61.xml" Id="Ra2419be60b764c70" /><Relationship Type="http://schemas.openxmlformats.org/officeDocument/2006/relationships/slide" Target="/ppt/slides/slide62.xml" Id="R2d0a46bd9e5b49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aa752df8c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1ed541e084ae4" /><Relationship Type="http://schemas.openxmlformats.org/officeDocument/2006/relationships/notesMaster" Target="/ppt/notesMasters/notesMaster1.xml" Id="R69afb9ce1947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2af9de556e4a09" /><Relationship Type="http://schemas.openxmlformats.org/officeDocument/2006/relationships/notesMaster" Target="/ppt/notesMasters/notesMaster1.xml" Id="R804ff15e684849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1d625f764642fd" /><Relationship Type="http://schemas.openxmlformats.org/officeDocument/2006/relationships/notesMaster" Target="/ppt/notesMasters/notesMaster1.xml" Id="R1d1edde311eb48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0eb41446f54659" /><Relationship Type="http://schemas.openxmlformats.org/officeDocument/2006/relationships/notesMaster" Target="/ppt/notesMasters/notesMaster1.xml" Id="R706ae1e6b547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a1b82fced94b5a" /><Relationship Type="http://schemas.openxmlformats.org/officeDocument/2006/relationships/notesMaster" Target="/ppt/notesMasters/notesMaster1.xml" Id="R74be998162c749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a0c09e14d4c52" /><Relationship Type="http://schemas.openxmlformats.org/officeDocument/2006/relationships/notesMaster" Target="/ppt/notesMasters/notesMaster1.xml" Id="Rfa1c6830a1be4e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2dd2743858412e" /><Relationship Type="http://schemas.openxmlformats.org/officeDocument/2006/relationships/notesMaster" Target="/ppt/notesMasters/notesMaster1.xml" Id="R97d8c388355c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d4af27957b4932" /><Relationship Type="http://schemas.openxmlformats.org/officeDocument/2006/relationships/notesMaster" Target="/ppt/notesMasters/notesMaster1.xml" Id="Rc4f405e4c33e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efbf0a49c5493b" /><Relationship Type="http://schemas.openxmlformats.org/officeDocument/2006/relationships/notesMaster" Target="/ppt/notesMasters/notesMaster1.xml" Id="Rd8baebf7a9a541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1a29744e7a42d9" /><Relationship Type="http://schemas.openxmlformats.org/officeDocument/2006/relationships/notesMaster" Target="/ppt/notesMasters/notesMaster1.xml" Id="R1b6097df10b445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ce644143b4b0c" /><Relationship Type="http://schemas.openxmlformats.org/officeDocument/2006/relationships/notesMaster" Target="/ppt/notesMasters/notesMaster1.xml" Id="R782214e5c72a49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d4fb5fd56e40c9" /><Relationship Type="http://schemas.openxmlformats.org/officeDocument/2006/relationships/notesMaster" Target="/ppt/notesMasters/notesMaster1.xml" Id="R8016c88d247c43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c92e6b5f204dd1" /><Relationship Type="http://schemas.openxmlformats.org/officeDocument/2006/relationships/notesMaster" Target="/ppt/notesMasters/notesMaster1.xml" Id="R56ead6f34cbb41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47a57cb86e4cbd" /><Relationship Type="http://schemas.openxmlformats.org/officeDocument/2006/relationships/notesMaster" Target="/ppt/notesMasters/notesMaster1.xml" Id="Ra9467caaf2fd4e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6b9921c8a548c9" /><Relationship Type="http://schemas.openxmlformats.org/officeDocument/2006/relationships/notesMaster" Target="/ppt/notesMasters/notesMaster1.xml" Id="R45da20fea9c141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b22a00b61b4976" /><Relationship Type="http://schemas.openxmlformats.org/officeDocument/2006/relationships/notesMaster" Target="/ppt/notesMasters/notesMaster1.xml" Id="R6449e541548c46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14fa02e6874033" /><Relationship Type="http://schemas.openxmlformats.org/officeDocument/2006/relationships/notesMaster" Target="/ppt/notesMasters/notesMaster1.xml" Id="Rfa0966e72add4d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6b015e613a41ac" /><Relationship Type="http://schemas.openxmlformats.org/officeDocument/2006/relationships/notesMaster" Target="/ppt/notesMasters/notesMaster1.xml" Id="R3f544124502f4a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dac5e05a6a4b1f" /><Relationship Type="http://schemas.openxmlformats.org/officeDocument/2006/relationships/notesMaster" Target="/ppt/notesMasters/notesMaster1.xml" Id="Rae1864d7f8bf4a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bc3a8f8f614d5d" /><Relationship Type="http://schemas.openxmlformats.org/officeDocument/2006/relationships/notesMaster" Target="/ppt/notesMasters/notesMaster1.xml" Id="Ra7e2501b833448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2053f7fd45427e" /><Relationship Type="http://schemas.openxmlformats.org/officeDocument/2006/relationships/notesMaster" Target="/ppt/notesMasters/notesMaster1.xml" Id="R9950d80508bc49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39181213fd4647" /><Relationship Type="http://schemas.openxmlformats.org/officeDocument/2006/relationships/notesMaster" Target="/ppt/notesMasters/notesMaster1.xml" Id="Rc4bdb367ed314f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ad16195567492e" /><Relationship Type="http://schemas.openxmlformats.org/officeDocument/2006/relationships/notesMaster" Target="/ppt/notesMasters/notesMaster1.xml" Id="R826391bdc3be4b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deaffc3b2a4353" /><Relationship Type="http://schemas.openxmlformats.org/officeDocument/2006/relationships/notesMaster" Target="/ppt/notesMasters/notesMaster1.xml" Id="Rd019d9abbd7f4e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a43a98bcc04b86" /><Relationship Type="http://schemas.openxmlformats.org/officeDocument/2006/relationships/notesMaster" Target="/ppt/notesMasters/notesMaster1.xml" Id="Rb82bab73405b46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fd504784ff4191" /><Relationship Type="http://schemas.openxmlformats.org/officeDocument/2006/relationships/notesMaster" Target="/ppt/notesMasters/notesMaster1.xml" Id="R25dfe5456bcf4d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5a2c0183d7480b" /><Relationship Type="http://schemas.openxmlformats.org/officeDocument/2006/relationships/notesMaster" Target="/ppt/notesMasters/notesMaster1.xml" Id="R42a5704d52834f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a8992b143b4e95" /><Relationship Type="http://schemas.openxmlformats.org/officeDocument/2006/relationships/notesMaster" Target="/ppt/notesMasters/notesMaster1.xml" Id="R37624105119849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44188f371144fda" /><Relationship Type="http://schemas.openxmlformats.org/officeDocument/2006/relationships/notesMaster" Target="/ppt/notesMasters/notesMaster1.xml" Id="R35248972581c4d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99cc8c623a4609" /><Relationship Type="http://schemas.openxmlformats.org/officeDocument/2006/relationships/notesMaster" Target="/ppt/notesMasters/notesMaster1.xml" Id="R97086828200345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4c531e12184d4d" /><Relationship Type="http://schemas.openxmlformats.org/officeDocument/2006/relationships/notesMaster" Target="/ppt/notesMasters/notesMaster1.xml" Id="R90573985bf7d49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5c1607486744fd" /><Relationship Type="http://schemas.openxmlformats.org/officeDocument/2006/relationships/notesMaster" Target="/ppt/notesMasters/notesMaster1.xml" Id="R32435f5ee45747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ce460b395f452a" /><Relationship Type="http://schemas.openxmlformats.org/officeDocument/2006/relationships/notesMaster" Target="/ppt/notesMasters/notesMaster1.xml" Id="R6c80b84c24dd47a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ddda2a700c4614" /><Relationship Type="http://schemas.openxmlformats.org/officeDocument/2006/relationships/notesMaster" Target="/ppt/notesMasters/notesMaster1.xml" Id="Rf45306d89a9a4b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ec1d21fb0d4e50" /><Relationship Type="http://schemas.openxmlformats.org/officeDocument/2006/relationships/notesMaster" Target="/ppt/notesMasters/notesMaster1.xml" Id="R116ee9fa631c484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a153ee340a4b8e" /><Relationship Type="http://schemas.openxmlformats.org/officeDocument/2006/relationships/notesMaster" Target="/ppt/notesMasters/notesMaster1.xml" Id="Rabe947774fac4d6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f69fd6ed4842eb" /><Relationship Type="http://schemas.openxmlformats.org/officeDocument/2006/relationships/notesMaster" Target="/ppt/notesMasters/notesMaster1.xml" Id="R8be12eda34294b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0167e768ef94aff" /><Relationship Type="http://schemas.openxmlformats.org/officeDocument/2006/relationships/notesMaster" Target="/ppt/notesMasters/notesMaster1.xml" Id="R20a7f0627f4c4b8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803978509304ee1" /><Relationship Type="http://schemas.openxmlformats.org/officeDocument/2006/relationships/notesMaster" Target="/ppt/notesMasters/notesMaster1.xml" Id="R7333153d10fa429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1c0d359c81240c5" /><Relationship Type="http://schemas.openxmlformats.org/officeDocument/2006/relationships/notesMaster" Target="/ppt/notesMasters/notesMaster1.xml" Id="Ra0d482dcaa94474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6859271e8049f1" /><Relationship Type="http://schemas.openxmlformats.org/officeDocument/2006/relationships/notesMaster" Target="/ppt/notesMasters/notesMaster1.xml" Id="Ra1e91bf45f834c1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e2f375b756942fc" /><Relationship Type="http://schemas.openxmlformats.org/officeDocument/2006/relationships/notesMaster" Target="/ppt/notesMasters/notesMaster1.xml" Id="R705b8aedb22c4a7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c549e97011c4792" /><Relationship Type="http://schemas.openxmlformats.org/officeDocument/2006/relationships/notesMaster" Target="/ppt/notesMasters/notesMaster1.xml" Id="R0b8fe896a00a464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ae9c17b48f4544" /><Relationship Type="http://schemas.openxmlformats.org/officeDocument/2006/relationships/notesMaster" Target="/ppt/notesMasters/notesMaster1.xml" Id="R2406d73ab18d479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244e1494c17461a" /><Relationship Type="http://schemas.openxmlformats.org/officeDocument/2006/relationships/notesMaster" Target="/ppt/notesMasters/notesMaster1.xml" Id="R21026ab2b31f458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1b42c2285174f7e" /><Relationship Type="http://schemas.openxmlformats.org/officeDocument/2006/relationships/notesMaster" Target="/ppt/notesMasters/notesMaster1.xml" Id="R9d82258878c14d5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2b813c4bd13454b" /><Relationship Type="http://schemas.openxmlformats.org/officeDocument/2006/relationships/notesMaster" Target="/ppt/notesMasters/notesMaster1.xml" Id="Red8425efeb634b9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12cd2309a1c4529" /><Relationship Type="http://schemas.openxmlformats.org/officeDocument/2006/relationships/notesMaster" Target="/ppt/notesMasters/notesMaster1.xml" Id="R560ef445ced6480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0676ef862064eba" /><Relationship Type="http://schemas.openxmlformats.org/officeDocument/2006/relationships/notesMaster" Target="/ppt/notesMasters/notesMaster1.xml" Id="Re5e80a6634a1484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aae5c67e6f24b40" /><Relationship Type="http://schemas.openxmlformats.org/officeDocument/2006/relationships/notesMaster" Target="/ppt/notesMasters/notesMaster1.xml" Id="Refb7df8807e441a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05fb16861564a99" /><Relationship Type="http://schemas.openxmlformats.org/officeDocument/2006/relationships/notesMaster" Target="/ppt/notesMasters/notesMaster1.xml" Id="Rbfea1855617949b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fbc3bac53634fa2" /><Relationship Type="http://schemas.openxmlformats.org/officeDocument/2006/relationships/notesMaster" Target="/ppt/notesMasters/notesMaster1.xml" Id="Rbeabe34d0d6a42f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f78ede83bfb4cca" /><Relationship Type="http://schemas.openxmlformats.org/officeDocument/2006/relationships/notesMaster" Target="/ppt/notesMasters/notesMaster1.xml" Id="Rc4bdb836bfc64a5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ba87c4877534a30" /><Relationship Type="http://schemas.openxmlformats.org/officeDocument/2006/relationships/notesMaster" Target="/ppt/notesMasters/notesMaster1.xml" Id="Rd16415a6b6da4e7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ba413ac150349a0" /><Relationship Type="http://schemas.openxmlformats.org/officeDocument/2006/relationships/notesMaster" Target="/ppt/notesMasters/notesMaster1.xml" Id="R60545012a1ce479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a67e69ad7f1401d" /><Relationship Type="http://schemas.openxmlformats.org/officeDocument/2006/relationships/notesMaster" Target="/ppt/notesMasters/notesMaster1.xml" Id="R765982bf22714b8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bbb9f307bba4e17" /><Relationship Type="http://schemas.openxmlformats.org/officeDocument/2006/relationships/notesMaster" Target="/ppt/notesMasters/notesMaster1.xml" Id="R703b9c0aadc640e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da9ec4849054eca" /><Relationship Type="http://schemas.openxmlformats.org/officeDocument/2006/relationships/notesMaster" Target="/ppt/notesMasters/notesMaster1.xml" Id="R96d107fbff86418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6125a9622e8410c" /><Relationship Type="http://schemas.openxmlformats.org/officeDocument/2006/relationships/notesMaster" Target="/ppt/notesMasters/notesMaster1.xml" Id="R889d6cc12e97435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3500e30a2194b87" /><Relationship Type="http://schemas.openxmlformats.org/officeDocument/2006/relationships/notesMaster" Target="/ppt/notesMasters/notesMaster1.xml" Id="R20377c0ba3ec433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26e2a2dc62643c7" /><Relationship Type="http://schemas.openxmlformats.org/officeDocument/2006/relationships/notesMaster" Target="/ppt/notesMasters/notesMaster1.xml" Id="R249133f4bad5440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2eb08e0f8f945ad" /><Relationship Type="http://schemas.openxmlformats.org/officeDocument/2006/relationships/notesMaster" Target="/ppt/notesMasters/notesMaster1.xml" Id="R560c76a751ab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架空の例示データ。外部資料・外部画像は使用していない。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3fb7ac631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99421f591489a" /><Relationship Type="http://schemas.openxmlformats.org/officeDocument/2006/relationships/slideLayout" Target="/ppt/slideLayouts/slideLayout1.xml" Id="R3f57ba95a371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7ba95a371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f5413706847b5" /><Relationship Type="http://schemas.openxmlformats.org/officeDocument/2006/relationships/notesSlide" Target="/ppt/notesSlides/notesSlide1.xml" Id="R6820130b0cd34f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ba62857ae4997" /><Relationship Type="http://schemas.openxmlformats.org/officeDocument/2006/relationships/notesSlide" Target="/ppt/notesSlides/notesSlide2.xml" Id="Rc9a5554997e842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c89b45afc4de0" /><Relationship Type="http://schemas.openxmlformats.org/officeDocument/2006/relationships/notesSlide" Target="/ppt/notesSlides/notesSlide3.xml" Id="Rfcd4857181f5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329f75fe499c" /><Relationship Type="http://schemas.openxmlformats.org/officeDocument/2006/relationships/notesSlide" Target="/ppt/notesSlides/notesSlide4.xml" Id="Rf00b7d3d2fa9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215695284f0f" /><Relationship Type="http://schemas.openxmlformats.org/officeDocument/2006/relationships/notesSlide" Target="/ppt/notesSlides/notesSlide5.xml" Id="R31aa7bd1ad2249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52c3055bb4f9f" /><Relationship Type="http://schemas.openxmlformats.org/officeDocument/2006/relationships/notesSlide" Target="/ppt/notesSlides/notesSlide6.xml" Id="R510344ca5d52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3788e95bd43e2" /><Relationship Type="http://schemas.openxmlformats.org/officeDocument/2006/relationships/notesSlide" Target="/ppt/notesSlides/notesSlide7.xml" Id="R9d5d94ad61824a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8d8cd132e493f" /><Relationship Type="http://schemas.openxmlformats.org/officeDocument/2006/relationships/notesSlide" Target="/ppt/notesSlides/notesSlide8.xml" Id="R1b2cea2edf154a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b5fc0908486a" /><Relationship Type="http://schemas.openxmlformats.org/officeDocument/2006/relationships/notesSlide" Target="/ppt/notesSlides/notesSlide9.xml" Id="Rd8d14277a7f441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494dbe2e74bd1" /><Relationship Type="http://schemas.openxmlformats.org/officeDocument/2006/relationships/notesSlide" Target="/ppt/notesSlides/notesSlide10.xml" Id="R84d0f4cde4c64a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e34681244bf8" /><Relationship Type="http://schemas.openxmlformats.org/officeDocument/2006/relationships/notesSlide" Target="/ppt/notesSlides/notesSlide11.xml" Id="R0f1fb9567f9a4d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8fe652484d33" /><Relationship Type="http://schemas.openxmlformats.org/officeDocument/2006/relationships/notesSlide" Target="/ppt/notesSlides/notesSlide12.xml" Id="R914bac3112a444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a5992d44648b6" /><Relationship Type="http://schemas.openxmlformats.org/officeDocument/2006/relationships/notesSlide" Target="/ppt/notesSlides/notesSlide13.xml" Id="R5bcddcc1750f45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c0c68ce494977" /><Relationship Type="http://schemas.openxmlformats.org/officeDocument/2006/relationships/notesSlide" Target="/ppt/notesSlides/notesSlide14.xml" Id="R3f4673451f1141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bd13de5d04710" /><Relationship Type="http://schemas.openxmlformats.org/officeDocument/2006/relationships/notesSlide" Target="/ppt/notesSlides/notesSlide15.xml" Id="R5e0bcc1a674045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02c0f9e8d4808" /><Relationship Type="http://schemas.openxmlformats.org/officeDocument/2006/relationships/notesSlide" Target="/ppt/notesSlides/notesSlide16.xml" Id="R64c15465fca54c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d5bcac4174591" /><Relationship Type="http://schemas.openxmlformats.org/officeDocument/2006/relationships/notesSlide" Target="/ppt/notesSlides/notesSlide17.xml" Id="R2849c0c1874f40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ed3008e94de3" /><Relationship Type="http://schemas.openxmlformats.org/officeDocument/2006/relationships/notesSlide" Target="/ppt/notesSlides/notesSlide18.xml" Id="R0a92849cebdc4e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ee7fd93534e55" /><Relationship Type="http://schemas.openxmlformats.org/officeDocument/2006/relationships/notesSlide" Target="/ppt/notesSlides/notesSlide19.xml" Id="R029a87df5d5f46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5bcbb898c416c" /><Relationship Type="http://schemas.openxmlformats.org/officeDocument/2006/relationships/notesSlide" Target="/ppt/notesSlides/notesSlide20.xml" Id="R454f228cb04949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46675a8424f3a" /><Relationship Type="http://schemas.openxmlformats.org/officeDocument/2006/relationships/notesSlide" Target="/ppt/notesSlides/notesSlide21.xml" Id="Re52a33777a174b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7decaa014668" /><Relationship Type="http://schemas.openxmlformats.org/officeDocument/2006/relationships/notesSlide" Target="/ppt/notesSlides/notesSlide22.xml" Id="R342c02c1f26a4b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7a025f5944fe" /><Relationship Type="http://schemas.openxmlformats.org/officeDocument/2006/relationships/notesSlide" Target="/ppt/notesSlides/notesSlide23.xml" Id="R3106be2133dc40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a8aefa0d49bc" /><Relationship Type="http://schemas.openxmlformats.org/officeDocument/2006/relationships/notesSlide" Target="/ppt/notesSlides/notesSlide24.xml" Id="R975331b284974d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113078977476b" /><Relationship Type="http://schemas.openxmlformats.org/officeDocument/2006/relationships/notesSlide" Target="/ppt/notesSlides/notesSlide25.xml" Id="R739ba51fb30046c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d5de7b7ac4f57" /><Relationship Type="http://schemas.openxmlformats.org/officeDocument/2006/relationships/chart" Target="/ppt/slides/charts/chart1.xml" Id="R2d72c3d1cea647e6" /><Relationship Type="http://schemas.openxmlformats.org/officeDocument/2006/relationships/notesSlide" Target="/ppt/notesSlides/notesSlide26.xml" Id="Rcbc7c27995134d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d9167a02e45ea" /><Relationship Type="http://schemas.openxmlformats.org/officeDocument/2006/relationships/notesSlide" Target="/ppt/notesSlides/notesSlide27.xml" Id="R8d571551d60544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d8e55712b4e2d" /><Relationship Type="http://schemas.openxmlformats.org/officeDocument/2006/relationships/notesSlide" Target="/ppt/notesSlides/notesSlide28.xml" Id="R76dbfbadbb5f4d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6a5aed0b14e5c" /><Relationship Type="http://schemas.openxmlformats.org/officeDocument/2006/relationships/chart" Target="/ppt/slides/charts/chart2.xml" Id="R32c6837fc37742d5" /><Relationship Type="http://schemas.openxmlformats.org/officeDocument/2006/relationships/notesSlide" Target="/ppt/notesSlides/notesSlide29.xml" Id="R8e4227afd3a046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2e29d097a43ef" /><Relationship Type="http://schemas.openxmlformats.org/officeDocument/2006/relationships/chart" Target="/ppt/slides/charts/chart3.xml" Id="R8f33d9bc4d354829" /><Relationship Type="http://schemas.openxmlformats.org/officeDocument/2006/relationships/notesSlide" Target="/ppt/notesSlides/notesSlide30.xml" Id="R65d583ba42784d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5cdd86b2a4662" /><Relationship Type="http://schemas.openxmlformats.org/officeDocument/2006/relationships/chart" Target="/ppt/slides/charts/chart4.xml" Id="R5c3915f51b6e4ede" /><Relationship Type="http://schemas.openxmlformats.org/officeDocument/2006/relationships/notesSlide" Target="/ppt/notesSlides/notesSlide31.xml" Id="R2f3c05f9bd27448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986458b7046a6" /><Relationship Type="http://schemas.openxmlformats.org/officeDocument/2006/relationships/notesSlide" Target="/ppt/notesSlides/notesSlide32.xml" Id="R09b6f55705a64c5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b7bc554a4cd6" /><Relationship Type="http://schemas.openxmlformats.org/officeDocument/2006/relationships/chart" Target="/ppt/slides/charts/chart5.xml" Id="R39e9b097f9224639" /><Relationship Type="http://schemas.openxmlformats.org/officeDocument/2006/relationships/notesSlide" Target="/ppt/notesSlides/notesSlide33.xml" Id="R7f9407ba8ed342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b248cf0424875" /><Relationship Type="http://schemas.openxmlformats.org/officeDocument/2006/relationships/chart" Target="/ppt/slides/charts/chart6.xml" Id="R7dacfb4489994504" /><Relationship Type="http://schemas.openxmlformats.org/officeDocument/2006/relationships/notesSlide" Target="/ppt/notesSlides/notesSlide34.xml" Id="R06840d8436494c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680412941411c" /><Relationship Type="http://schemas.openxmlformats.org/officeDocument/2006/relationships/notesSlide" Target="/ppt/notesSlides/notesSlide35.xml" Id="R73f01403f18e4e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69ae1ca3845b2" /><Relationship Type="http://schemas.openxmlformats.org/officeDocument/2006/relationships/chart" Target="/ppt/slides/charts/chart7.xml" Id="Rffdd58eace7447bd" /><Relationship Type="http://schemas.openxmlformats.org/officeDocument/2006/relationships/chart" Target="/ppt/slides/charts/chart8.xml" Id="R1c16a5a05a7e4996" /><Relationship Type="http://schemas.openxmlformats.org/officeDocument/2006/relationships/chart" Target="/ppt/slides/charts/chart9.xml" Id="Rbd4dc536a2974f66" /><Relationship Type="http://schemas.openxmlformats.org/officeDocument/2006/relationships/chart" Target="/ppt/slides/charts/chart10.xml" Id="R73a7f91803e64aa5" /><Relationship Type="http://schemas.openxmlformats.org/officeDocument/2006/relationships/notesSlide" Target="/ppt/notesSlides/notesSlide36.xml" Id="Re605f71ac700410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3c1d6ae14043" /><Relationship Type="http://schemas.openxmlformats.org/officeDocument/2006/relationships/notesSlide" Target="/ppt/notesSlides/notesSlide37.xml" Id="Rf6f57d27ad16481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01a0257954cdc" /><Relationship Type="http://schemas.openxmlformats.org/officeDocument/2006/relationships/chart" Target="/ppt/slides/charts/chart11.xml" Id="R6c2067b072e047b5" /><Relationship Type="http://schemas.openxmlformats.org/officeDocument/2006/relationships/notesSlide" Target="/ppt/notesSlides/notesSlide38.xml" Id="Rd233c21748a945b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4b3a0504a4807" /><Relationship Type="http://schemas.openxmlformats.org/officeDocument/2006/relationships/notesSlide" Target="/ppt/notesSlides/notesSlide39.xml" Id="R05a724c9e15647a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292c79804c3e" /><Relationship Type="http://schemas.openxmlformats.org/officeDocument/2006/relationships/notesSlide" Target="/ppt/notesSlides/notesSlide40.xml" Id="R259b945887c24d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2be7a8deb4fca" /><Relationship Type="http://schemas.openxmlformats.org/officeDocument/2006/relationships/notesSlide" Target="/ppt/notesSlides/notesSlide41.xml" Id="Rb48a51e6e62640f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cb4a4006c467c" /><Relationship Type="http://schemas.openxmlformats.org/officeDocument/2006/relationships/notesSlide" Target="/ppt/notesSlides/notesSlide42.xml" Id="Rfbcd164108084e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383fb88bc4810" /><Relationship Type="http://schemas.openxmlformats.org/officeDocument/2006/relationships/notesSlide" Target="/ppt/notesSlides/notesSlide43.xml" Id="Re21f876f9c054e9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04b8dd5f4364" /><Relationship Type="http://schemas.openxmlformats.org/officeDocument/2006/relationships/notesSlide" Target="/ppt/notesSlides/notesSlide44.xml" Id="R397f53c3b38a4fb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3a067141e4e77" /><Relationship Type="http://schemas.openxmlformats.org/officeDocument/2006/relationships/notesSlide" Target="/ppt/notesSlides/notesSlide45.xml" Id="Rcb2ba8a9b59a4b9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c39d5c0ae4d99" /><Relationship Type="http://schemas.openxmlformats.org/officeDocument/2006/relationships/notesSlide" Target="/ppt/notesSlides/notesSlide46.xml" Id="R2eef7e98adbc41a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40c85014a4ca2" /><Relationship Type="http://schemas.openxmlformats.org/officeDocument/2006/relationships/notesSlide" Target="/ppt/notesSlides/notesSlide47.xml" Id="R021cea83f61d47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80a890aa04ee5" /><Relationship Type="http://schemas.openxmlformats.org/officeDocument/2006/relationships/notesSlide" Target="/ppt/notesSlides/notesSlide48.xml" Id="R6b25ed0a44f6403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541284574449f" /><Relationship Type="http://schemas.openxmlformats.org/officeDocument/2006/relationships/notesSlide" Target="/ppt/notesSlides/notesSlide49.xml" Id="R3980b65d480744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9991b3244d9a" /><Relationship Type="http://schemas.openxmlformats.org/officeDocument/2006/relationships/notesSlide" Target="/ppt/notesSlides/notesSlide50.xml" Id="Ra3d68d7d78024bd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e754b1b594eb0" /><Relationship Type="http://schemas.openxmlformats.org/officeDocument/2006/relationships/notesSlide" Target="/ppt/notesSlides/notesSlide51.xml" Id="R500b2545a98d4ce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020c55c54aed" /><Relationship Type="http://schemas.openxmlformats.org/officeDocument/2006/relationships/notesSlide" Target="/ppt/notesSlides/notesSlide52.xml" Id="R1457901aa4954c9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5ef3d79254150" /><Relationship Type="http://schemas.openxmlformats.org/officeDocument/2006/relationships/notesSlide" Target="/ppt/notesSlides/notesSlide53.xml" Id="R2a5b6995aed44ad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cd2a588a4602" /><Relationship Type="http://schemas.openxmlformats.org/officeDocument/2006/relationships/notesSlide" Target="/ppt/notesSlides/notesSlide54.xml" Id="R893597d518fa4d0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4d8d2086c4960" /><Relationship Type="http://schemas.openxmlformats.org/officeDocument/2006/relationships/notesSlide" Target="/ppt/notesSlides/notesSlide55.xml" Id="R95c42a56e7da430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f65dcd054df5" /><Relationship Type="http://schemas.openxmlformats.org/officeDocument/2006/relationships/notesSlide" Target="/ppt/notesSlides/notesSlide56.xml" Id="R57af437fcc0441c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8f3235de4932" /><Relationship Type="http://schemas.openxmlformats.org/officeDocument/2006/relationships/notesSlide" Target="/ppt/notesSlides/notesSlide57.xml" Id="Ra9d9abf16cc5488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7145550ed4a79" /><Relationship Type="http://schemas.openxmlformats.org/officeDocument/2006/relationships/notesSlide" Target="/ppt/notesSlides/notesSlide58.xml" Id="R5d8f4116e02d4dd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2cbf6b2824eb5" /><Relationship Type="http://schemas.openxmlformats.org/officeDocument/2006/relationships/notesSlide" Target="/ppt/notesSlides/notesSlide59.xml" Id="Rc85e7f2e6cb7493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942eaff7d4133" /><Relationship Type="http://schemas.openxmlformats.org/officeDocument/2006/relationships/notesSlide" Target="/ppt/notesSlides/notesSlide60.xml" Id="R24f42868f00d4f4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40413f879485b" /><Relationship Type="http://schemas.openxmlformats.org/officeDocument/2006/relationships/notesSlide" Target="/ppt/notesSlides/notesSlide61.xml" Id="Ref8d1cbe3fc1424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90cce7c94f76" /><Relationship Type="http://schemas.openxmlformats.org/officeDocument/2006/relationships/notesSlide" Target="/ppt/notesSlides/notesSlide62.xml" Id="Rf49e106d723a49f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6"/>
              <c:pt idx="0">
                <c:v>2月</c:v>
              </c:pt>
              <c:pt idx="1">
                <c:v>3月</c:v>
              </c:pt>
              <c:pt idx="2">
                <c:v>4月</c:v>
              </c:pt>
              <c:pt idx="3">
                <c:v>5月</c:v>
              </c:pt>
              <c:pt idx="4">
                <c:v>6月</c:v>
              </c:pt>
              <c:pt idx="5">
                <c:v>7月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時間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手作業</c:v>
              </c:pt>
              <c:pt idx="1">
                <c:v>内部確認</c:v>
              </c:pt>
              <c:pt idx="2">
                <c:v>例外対応</c:v>
              </c:pt>
              <c:pt idx="3">
                <c:v>承認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10</c:v>
              </c:pt>
              <c:pt idx="2">
                <c:v>7</c:v>
              </c:pt>
              <c:pt idx="3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E3B4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6"/>
              <c:pt idx="0">
                <c:v>2月</c:v>
              </c:pt>
              <c:pt idx="1">
                <c:v>3月</c:v>
              </c:pt>
              <c:pt idx="2">
                <c:v>4月</c:v>
              </c:pt>
              <c:pt idx="3">
                <c:v>5月</c:v>
              </c:pt>
              <c:pt idx="4">
                <c:v>6月</c:v>
              </c:pt>
              <c:pt idx="5">
                <c:v>7月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自動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手作業</c:v>
              </c:pt>
              <c:pt idx="1">
                <c:v>内部確認</c:v>
              </c:pt>
              <c:pt idx="2">
                <c:v>例外対応</c:v>
              </c:pt>
              <c:pt idx="3">
                <c:v>承認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</c:numLit>
          </c:val>
        </c:ser>
        <c:ser>
          <c:idx val="1"/>
          <c:order val="1"/>
          <c:tx>
            <c:v>人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4"/>
              <c:pt idx="0">
                <c:v>手作業</c:v>
              </c:pt>
              <c:pt idx="1">
                <c:v>内部確認</c:v>
              </c:pt>
              <c:pt idx="2">
                <c:v>例外対応</c:v>
              </c:pt>
              <c:pt idx="3">
                <c:v>承認</c:v>
              </c:pt>
            </c:strLit>
          </c:cat>
          <c:val>
            <c:numLit>
              <c:formatCode>General</c:formatCode>
              <c:ptCount val="4"/>
              <c:pt idx="0">
                <c:v>8</c:v>
              </c:pt>
              <c:pt idx="1">
                <c:v>7</c:v>
              </c:pt>
              <c:pt idx="2">
                <c:v>5</c:v>
              </c:pt>
              <c:pt idx="3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24D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E3B4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977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構成比</c:v>
          </c:tx>
          <c:dPt>
            <c:idx val="0"/>
            <c:spPr>
              <a:solidFill xmlns:a="http://schemas.openxmlformats.org/drawingml/2006/main">
                <a:srgbClr val="2F6BFF"/>
              </a:solidFill>
            </c:spPr>
          </c:dPt>
          <c:dPt>
            <c:idx val="1"/>
            <c:spPr>
              <a:solidFill xmlns:a="http://schemas.openxmlformats.org/drawingml/2006/main">
                <a:srgbClr val="00A6A6"/>
              </a:solidFill>
            </c:spPr>
          </c:dPt>
          <c:dPt>
            <c:idx val="2"/>
            <c:spPr>
              <a:solidFill xmlns:a="http://schemas.openxmlformats.org/drawingml/2006/main">
                <a:srgbClr val="F4A340"/>
              </a:solidFill>
            </c:spPr>
          </c:dPt>
          <c:cat>
            <c:strLit>
              <c:ptCount val="3"/>
              <c:pt idx="0">
                <c:v>自動処理</c:v>
              </c:pt>
              <c:pt idx="1">
                <c:v>人による確認</c:v>
              </c:pt>
              <c:pt idx="2">
                <c:v>例外対応</c:v>
              </c:pt>
            </c:strLit>
          </c:cat>
          <c:val>
            <c:numLit>
              <c:formatCode>General</c:formatCode>
              <c:ptCount val="3"/>
              <c:pt idx="0">
                <c:v>58</c:v>
              </c:pt>
              <c:pt idx="1">
                <c:v>30</c:v>
              </c:pt>
              <c:pt idx="2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E3B47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4"/>
      </c:doughnutChart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施策</c:v>
          </c:tx>
          <c:spPr>
            <a:solidFill xmlns:a="http://schemas.openxmlformats.org/drawingml/2006/main">
              <a:srgbClr val="2F6BFF"/>
            </a:solidFill>
          </c:spPr>
          <c:marker>
            <c:symbol val="circle"/>
            <c:size val="9"/>
          </c:marker>
          <c:xVal>
            <c:numLit>
              <c:formatCode>General</c:formatCode>
              <c:ptCount val="6"/>
              <c:pt idx="0">
                <c:v>2</c:v>
              </c:pt>
              <c:pt idx="1">
                <c:v>4</c:v>
              </c:pt>
              <c:pt idx="2">
                <c:v>5</c:v>
              </c:pt>
              <c:pt idx="3">
                <c:v>7</c:v>
              </c:pt>
              <c:pt idx="4">
                <c:v>8</c:v>
              </c:pt>
              <c:pt idx="5">
                <c:v>9</c:v>
              </c:pt>
            </c:numLit>
          </c:xVal>
          <c:yVal>
            <c:numLit>
              <c:formatCode>General</c:formatCode>
              <c:ptCount val="6"/>
              <c:pt idx="0">
                <c:v>4</c:v>
              </c:pt>
              <c:pt idx="1">
                <c:v>8</c:v>
              </c:pt>
              <c:pt idx="2">
                <c:v>3</c:v>
              </c:pt>
              <c:pt idx="3">
                <c:v>7</c:v>
              </c:pt>
              <c:pt idx="4">
                <c:v>6</c:v>
              </c:pt>
              <c:pt idx="5">
                <c:v>9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期待効果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7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実行容易性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778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平均日数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4.7</c:v>
              </c:pt>
              <c:pt idx="2">
                <c:v>4.4</c:v>
              </c:pt>
              <c:pt idx="3">
                <c:v>4</c:v>
              </c:pt>
              <c:pt idx="4">
                <c:v>3.7</c:v>
              </c:pt>
              <c:pt idx="5">
                <c:v>3.2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977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時間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手作業</c:v>
              </c:pt>
              <c:pt idx="1">
                <c:v>内部確認</c:v>
              </c:pt>
              <c:pt idx="2">
                <c:v>例外対応</c:v>
              </c:pt>
              <c:pt idx="3">
                <c:v>承認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10</c:v>
              </c:pt>
              <c:pt idx="2">
                <c:v>7</c:v>
              </c:pt>
              <c:pt idx="3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77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E3B4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1o001"/>
        <p:cNvGrpSpPr/>
        <p:nvPr/>
      </p:nvGrpSpPr>
      <p:grpSpPr>
        <a:xfrm xmlns:a="http://schemas.openxmlformats.org/drawingml/2006/main"/>
      </p:grpSpPr>
      <p:sp>
        <p:nvSpPr>
          <p:cNvPr id="2" name="cover-rail-0001__s001o002">
            <a:extLst xmlns:a="http://schemas.openxmlformats.org/drawingml/2006/main">
              <a:ext uri="{FF2B5EF4-FFF2-40B4-BE49-F238E27FC236}">
                <a16:creationId xmlns:a16="http://schemas.microsoft.com/office/drawing/2014/main" id="{F0BEB703-6050-4180-9AC3-34CA4C1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-0002__s001o003">
            <a:extLst xmlns:a="http://schemas.openxmlformats.org/drawingml/2006/main">
              <a:ext uri="{FF2B5EF4-FFF2-40B4-BE49-F238E27FC236}">
                <a16:creationId xmlns:a16="http://schemas.microsoft.com/office/drawing/2014/main" id="{D757CE13-C619-43B4-8DF0-12E62209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out-count-0003__s001o004">
            <a:extLst xmlns:a="http://schemas.openxmlformats.org/drawingml/2006/main">
              <a:ext uri="{FF2B5EF4-FFF2-40B4-BE49-F238E27FC236}">
                <a16:creationId xmlns:a16="http://schemas.microsoft.com/office/drawing/2014/main" id="{030E164A-4B38-4A11-936C-AE4CF3A6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621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62</a:t>
            </a:r>
          </a:p>
        </p:txBody>
      </p:sp>
      <p:sp>
        <p:nvSpPr>
          <p:cNvPr id="5" name="layout-label-0004__s001o005">
            <a:extLst xmlns:a="http://schemas.openxmlformats.org/drawingml/2006/main">
              <a:ext uri="{FF2B5EF4-FFF2-40B4-BE49-F238E27FC236}">
                <a16:creationId xmlns:a16="http://schemas.microsoft.com/office/drawing/2014/main" id="{4D879E53-EFB9-4D79-88B5-48A6FCFD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LAYOUTS</a:t>
            </a:r>
          </a:p>
        </p:txBody>
      </p:sp>
      <p:sp>
        <p:nvSpPr>
          <p:cNvPr id="6" name="label-0005__s001o006">
            <a:extLst xmlns:a="http://schemas.openxmlformats.org/drawingml/2006/main">
              <a:ext uri="{FF2B5EF4-FFF2-40B4-BE49-F238E27FC236}">
                <a16:creationId xmlns:a16="http://schemas.microsoft.com/office/drawing/2014/main" id="{221A752A-8BB9-40CD-AFA7-545A2A62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REFERENCE DECK / 16:9</a:t>
            </a:r>
          </a:p>
        </p:txBody>
      </p:sp>
      <p:sp>
        <p:nvSpPr>
          <p:cNvPr id="7" name="cover-title-0006__s001o007">
            <a:extLst xmlns:a="http://schemas.openxmlformats.org/drawingml/2006/main">
              <a:ext uri="{FF2B5EF4-FFF2-40B4-BE49-F238E27FC236}">
                <a16:creationId xmlns:a16="http://schemas.microsoft.com/office/drawing/2014/main" id="{03E23D26-F3B6-4BC5-9BA5-6EF5415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日本語PowerPoint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汎用レイアウト集</a:t>
            </a:r>
          </a:p>
        </p:txBody>
      </p:sp>
      <p:sp>
        <p:nvSpPr>
          <p:cNvPr id="8" name="cover-subtitle-0007__s001o008">
            <a:extLst xmlns:a="http://schemas.openxmlformats.org/drawingml/2006/main">
              <a:ext uri="{FF2B5EF4-FFF2-40B4-BE49-F238E27FC236}">
                <a16:creationId xmlns:a16="http://schemas.microsoft.com/office/drawing/2014/main" id="{955352A1-B352-45B3-861A-53FB556E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40ファミリー・62レイアウトを、意味構造と容量契約で選択する</a:t>
            </a:r>
          </a:p>
        </p:txBody>
      </p:sp>
      <p:sp>
        <p:nvSpPr>
          <p:cNvPr id="9" name="rule-0008__s001o009">
            <a:extLst xmlns:a="http://schemas.openxmlformats.org/drawingml/2006/main">
              <a:ext uri="{FF2B5EF4-FFF2-40B4-BE49-F238E27FC236}">
                <a16:creationId xmlns:a16="http://schemas.microsoft.com/office/drawing/2014/main" id="{D7A0D563-76B3-430C-BF2D-E5BD496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meta-0009__s001o010">
            <a:extLst xmlns:a="http://schemas.openxmlformats.org/drawingml/2006/main">
              <a:ext uri="{FF2B5EF4-FFF2-40B4-BE49-F238E27FC236}">
                <a16:creationId xmlns:a16="http://schemas.microsoft.com/office/drawing/2014/main" id="{5FC127BA-8E9B-4D62-8092-938BC0A6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2026年7月  |  clean-room original</a:t>
            </a:r>
          </a:p>
        </p:txBody>
      </p:sp>
      <p:sp>
        <p:nvSpPr>
          <p:cNvPr id="11" name="cover-layout-id-0010__s001o011">
            <a:extLst xmlns:a="http://schemas.openxmlformats.org/drawingml/2006/main">
              <a:ext uri="{FF2B5EF4-FFF2-40B4-BE49-F238E27FC236}">
                <a16:creationId xmlns:a16="http://schemas.microsoft.com/office/drawing/2014/main" id="{99CED2E5-5317-4748-BF69-2A2B9DF0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cover-minimal</a:t>
            </a:r>
          </a:p>
        </p:txBody>
      </p:sp>
    </p:spTree>
    <p:extLst>
      <p:ext uri="{BB962C8B-B14F-4D97-AF65-F5344CB8AC3E}">
        <p14:creationId xmlns:p14="http://schemas.microsoft.com/office/powerpoint/2010/main" val="694721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2o001"/>
        <p:cNvGrpSpPr/>
        <p:nvPr/>
      </p:nvGrpSpPr>
      <p:grpSpPr>
        <a:xfrm xmlns:a="http://schemas.openxmlformats.org/drawingml/2006/main"/>
      </p:grpSpPr>
      <p:sp>
        <p:nvSpPr>
          <p:cNvPr id="2" name="image-placeholder-1001__s002o002">
            <a:extLst xmlns:a="http://schemas.openxmlformats.org/drawingml/2006/main">
              <a:ext uri="{FF2B5EF4-FFF2-40B4-BE49-F238E27FC236}">
                <a16:creationId xmlns:a16="http://schemas.microsoft.com/office/drawing/2014/main" id="{E78C6EC0-CD24-40A6-951C-883E40F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image-accent-1002__s002o003">
            <a:extLst xmlns:a="http://schemas.openxmlformats.org/drawingml/2006/main">
              <a:ext uri="{FF2B5EF4-FFF2-40B4-BE49-F238E27FC236}">
                <a16:creationId xmlns:a16="http://schemas.microsoft.com/office/drawing/2014/main" id="{078AFB52-9194-4892-AE09-A652D65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2" y="960120"/>
            <a:ext cx="164592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mage-rule-1003__s002o004">
            <a:extLst xmlns:a="http://schemas.openxmlformats.org/drawingml/2006/main">
              <a:ext uri="{FF2B5EF4-FFF2-40B4-BE49-F238E27FC236}">
                <a16:creationId xmlns:a16="http://schemas.microsoft.com/office/drawing/2014/main" id="{5B9F512A-52E3-414A-9826-D463364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072" y="1920240"/>
            <a:ext cx="230428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mage-rule-1004__s002o005">
            <a:extLst xmlns:a="http://schemas.openxmlformats.org/drawingml/2006/main">
              <a:ext uri="{FF2B5EF4-FFF2-40B4-BE49-F238E27FC236}">
                <a16:creationId xmlns:a16="http://schemas.microsoft.com/office/drawing/2014/main" id="{95BAF5C6-5DEF-40BA-A270-D54A137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072" y="3223260"/>
            <a:ext cx="153619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mage-label-1005__s002o006">
            <a:extLst xmlns:a="http://schemas.openxmlformats.org/drawingml/2006/main">
              <a:ext uri="{FF2B5EF4-FFF2-40B4-BE49-F238E27FC236}">
                <a16:creationId xmlns:a16="http://schemas.microsoft.com/office/drawing/2014/main" id="{B93735CD-2B13-45AD-9DDD-582FFAB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072" y="4389120"/>
            <a:ext cx="208483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01</a:t>
            </a:r>
          </a:p>
        </p:txBody>
      </p:sp>
      <p:sp>
        <p:nvSpPr>
          <p:cNvPr id="7" name="cover-field-1006__s002o007">
            <a:extLst xmlns:a="http://schemas.openxmlformats.org/drawingml/2006/main">
              <a:ext uri="{FF2B5EF4-FFF2-40B4-BE49-F238E27FC236}">
                <a16:creationId xmlns:a16="http://schemas.microsoft.com/office/drawing/2014/main" id="{997911B2-0BD7-48D0-9378-DFCB8DD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bel-1007__s002o008">
            <a:extLst xmlns:a="http://schemas.openxmlformats.org/drawingml/2006/main">
              <a:ext uri="{FF2B5EF4-FFF2-40B4-BE49-F238E27FC236}">
                <a16:creationId xmlns:a16="http://schemas.microsoft.com/office/drawing/2014/main" id="{E5C99034-3CB4-48E1-856F-C80C816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REFERENCE DECK / 16:9</a:t>
            </a:r>
          </a:p>
        </p:txBody>
      </p:sp>
      <p:sp>
        <p:nvSpPr>
          <p:cNvPr id="9" name="cover-title-1008__s002o009">
            <a:extLst xmlns:a="http://schemas.openxmlformats.org/drawingml/2006/main">
              <a:ext uri="{FF2B5EF4-FFF2-40B4-BE49-F238E27FC236}">
                <a16:creationId xmlns:a16="http://schemas.microsoft.com/office/drawing/2014/main" id="{3ADBDCD0-F7B2-45ED-AD95-21CA400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日本語PowerPoint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汎用レイアウト集</a:t>
            </a:r>
          </a:p>
        </p:txBody>
      </p:sp>
      <p:sp>
        <p:nvSpPr>
          <p:cNvPr id="10" name="cover-subtitle-1009__s002o010">
            <a:extLst xmlns:a="http://schemas.openxmlformats.org/drawingml/2006/main">
              <a:ext uri="{FF2B5EF4-FFF2-40B4-BE49-F238E27FC236}">
                <a16:creationId xmlns:a16="http://schemas.microsoft.com/office/drawing/2014/main" id="{6E9F27D3-98EF-448E-9EFE-8217F77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40ファミリー・62レイアウトを、意味構造と容量契約で選択する</a:t>
            </a:r>
          </a:p>
        </p:txBody>
      </p:sp>
      <p:sp>
        <p:nvSpPr>
          <p:cNvPr id="11" name="rule-1010__s002o011">
            <a:extLst xmlns:a="http://schemas.openxmlformats.org/drawingml/2006/main">
              <a:ext uri="{FF2B5EF4-FFF2-40B4-BE49-F238E27FC236}">
                <a16:creationId xmlns:a16="http://schemas.microsoft.com/office/drawing/2014/main" id="{1465496E-DD53-454E-9636-C0708198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meta-1011__s002o012">
            <a:extLst xmlns:a="http://schemas.openxmlformats.org/drawingml/2006/main">
              <a:ext uri="{FF2B5EF4-FFF2-40B4-BE49-F238E27FC236}">
                <a16:creationId xmlns:a16="http://schemas.microsoft.com/office/drawing/2014/main" id="{187A9B00-33EB-4238-A19F-CD349EDB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2026年7月  |  clean-room original</a:t>
            </a:r>
          </a:p>
        </p:txBody>
      </p:sp>
      <p:sp>
        <p:nvSpPr>
          <p:cNvPr id="13" name="cover-layout-id-1012__s002o013">
            <a:extLst xmlns:a="http://schemas.openxmlformats.org/drawingml/2006/main">
              <a:ext uri="{FF2B5EF4-FFF2-40B4-BE49-F238E27FC236}">
                <a16:creationId xmlns:a16="http://schemas.microsoft.com/office/drawing/2014/main" id="{5F7C87E8-48DE-4F20-83EA-3FC37309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cover-visual</a:t>
            </a:r>
          </a:p>
        </p:txBody>
      </p:sp>
    </p:spTree>
    <p:extLst>
      <p:ext uri="{BB962C8B-B14F-4D97-AF65-F5344CB8AC3E}">
        <p14:creationId xmlns:p14="http://schemas.microsoft.com/office/powerpoint/2010/main" val="1945156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3o001"/>
        <p:cNvGrpSpPr/>
        <p:nvPr/>
      </p:nvGrpSpPr>
      <p:grpSpPr>
        <a:xfrm xmlns:a="http://schemas.openxmlformats.org/drawingml/2006/main"/>
      </p:grpSpPr>
      <p:sp>
        <p:nvSpPr>
          <p:cNvPr id="2" name="label-2001__s003o002">
            <a:extLst xmlns:a="http://schemas.openxmlformats.org/drawingml/2006/main">
              <a:ext uri="{FF2B5EF4-FFF2-40B4-BE49-F238E27FC236}">
                <a16:creationId xmlns:a16="http://schemas.microsoft.com/office/drawing/2014/main" id="{D94F3F34-7A13-45B9-BA82-430D8FF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002__s003o003">
            <a:extLst xmlns:a="http://schemas.openxmlformats.org/drawingml/2006/main">
              <a:ext uri="{FF2B5EF4-FFF2-40B4-BE49-F238E27FC236}">
                <a16:creationId xmlns:a16="http://schemas.microsoft.com/office/drawing/2014/main" id="{D84E8115-4399-4F40-B7B6-79B8706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全体アジェンダ</a:t>
            </a:r>
          </a:p>
        </p:txBody>
      </p:sp>
      <p:sp>
        <p:nvSpPr>
          <p:cNvPr id="4" name="title-2003__s003o004">
            <a:extLst xmlns:a="http://schemas.openxmlformats.org/drawingml/2006/main">
              <a:ext uri="{FF2B5EF4-FFF2-40B4-BE49-F238E27FC236}">
                <a16:creationId xmlns:a16="http://schemas.microsoft.com/office/drawing/2014/main" id="{5E3CFF62-0971-4C22-BB4C-2CB36ACF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四つの論点から試行導入の妥当性を確認する</a:t>
            </a:r>
          </a:p>
        </p:txBody>
      </p:sp>
      <p:sp>
        <p:nvSpPr>
          <p:cNvPr id="5" name="rule-2004__s003o005">
            <a:extLst xmlns:a="http://schemas.openxmlformats.org/drawingml/2006/main">
              <a:ext uri="{FF2B5EF4-FFF2-40B4-BE49-F238E27FC236}">
                <a16:creationId xmlns:a16="http://schemas.microsoft.com/office/drawing/2014/main" id="{B1EFFF88-7410-44DC-9453-CADA390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005__s003o006">
            <a:extLst xmlns:a="http://schemas.openxmlformats.org/drawingml/2006/main">
              <a:ext uri="{FF2B5EF4-FFF2-40B4-BE49-F238E27FC236}">
                <a16:creationId xmlns:a16="http://schemas.microsoft.com/office/drawing/2014/main" id="{0873054E-857D-462F-9A20-097EDFA0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006__s003o007">
            <a:extLst xmlns:a="http://schemas.openxmlformats.org/drawingml/2006/main">
              <a:ext uri="{FF2B5EF4-FFF2-40B4-BE49-F238E27FC236}">
                <a16:creationId xmlns:a16="http://schemas.microsoft.com/office/drawing/2014/main" id="{C9E68230-EEA1-4E04-A7EB-C8D8127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agenda-overview  |  structure  |  架空データ</a:t>
            </a:r>
          </a:p>
        </p:txBody>
      </p:sp>
      <p:sp>
        <p:nvSpPr>
          <p:cNvPr id="8" name="page-number-2007__s003o008">
            <a:extLst xmlns:a="http://schemas.openxmlformats.org/drawingml/2006/main">
              <a:ext uri="{FF2B5EF4-FFF2-40B4-BE49-F238E27FC236}">
                <a16:creationId xmlns:a16="http://schemas.microsoft.com/office/drawing/2014/main" id="{DB69B5A2-C2D4-479E-AC3B-4B9FDA50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9" name="agenda-number-2008__s003o009">
            <a:extLst xmlns:a="http://schemas.openxmlformats.org/drawingml/2006/main">
              <a:ext uri="{FF2B5EF4-FFF2-40B4-BE49-F238E27FC236}">
                <a16:creationId xmlns:a16="http://schemas.microsoft.com/office/drawing/2014/main" id="{4E46FB18-1A4A-46B5-84F5-5607085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0" name="agenda-title-2009__s003o010">
            <a:extLst xmlns:a="http://schemas.openxmlformats.org/drawingml/2006/main">
              <a:ext uri="{FF2B5EF4-FFF2-40B4-BE49-F238E27FC236}">
                <a16:creationId xmlns:a16="http://schemas.microsoft.com/office/drawing/2014/main" id="{56DA998C-9D13-4B6D-A0E4-25933A1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5621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背景と課題</a:t>
            </a:r>
          </a:p>
        </p:txBody>
      </p:sp>
      <p:sp>
        <p:nvSpPr>
          <p:cNvPr id="11" name="agenda-description-2010__s003o011">
            <a:extLst xmlns:a="http://schemas.openxmlformats.org/drawingml/2006/main">
              <a:ext uri="{FF2B5EF4-FFF2-40B4-BE49-F238E27FC236}">
                <a16:creationId xmlns:a16="http://schemas.microsoft.com/office/drawing/2014/main" id="{A07EE7CA-CBAE-47CA-AF32-057D666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62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なぜ今、変更が必要か</a:t>
            </a:r>
          </a:p>
        </p:txBody>
      </p:sp>
      <p:sp>
        <p:nvSpPr>
          <p:cNvPr id="12" name="rule-2011__s003o012">
            <a:extLst xmlns:a="http://schemas.openxmlformats.org/drawingml/2006/main">
              <a:ext uri="{FF2B5EF4-FFF2-40B4-BE49-F238E27FC236}">
                <a16:creationId xmlns:a16="http://schemas.microsoft.com/office/drawing/2014/main" id="{6680FD7D-6369-4A5A-8A17-97BE61F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genda-number-2012__s003o013">
            <a:extLst xmlns:a="http://schemas.openxmlformats.org/drawingml/2006/main">
              <a:ext uri="{FF2B5EF4-FFF2-40B4-BE49-F238E27FC236}">
                <a16:creationId xmlns:a16="http://schemas.microsoft.com/office/drawing/2014/main" id="{DBF52E63-816B-44B4-93B3-8A9502A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agenda-title-2013__s003o014">
            <a:extLst xmlns:a="http://schemas.openxmlformats.org/drawingml/2006/main">
              <a:ext uri="{FF2B5EF4-FFF2-40B4-BE49-F238E27FC236}">
                <a16:creationId xmlns:a16="http://schemas.microsoft.com/office/drawing/2014/main" id="{A215088B-1A07-4452-94AD-CEE3D05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28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解決の仕組み</a:t>
            </a:r>
          </a:p>
        </p:txBody>
      </p:sp>
      <p:sp>
        <p:nvSpPr>
          <p:cNvPr id="15" name="agenda-description-2014__s003o015">
            <a:extLst xmlns:a="http://schemas.openxmlformats.org/drawingml/2006/main">
              <a:ext uri="{FF2B5EF4-FFF2-40B4-BE49-F238E27FC236}">
                <a16:creationId xmlns:a16="http://schemas.microsoft.com/office/drawing/2014/main" id="{719FE48E-1B34-4436-A70C-021B6F66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何を標準化するか</a:t>
            </a:r>
          </a:p>
        </p:txBody>
      </p:sp>
      <p:sp>
        <p:nvSpPr>
          <p:cNvPr id="16" name="rule-2015__s003o016">
            <a:extLst xmlns:a="http://schemas.openxmlformats.org/drawingml/2006/main">
              <a:ext uri="{FF2B5EF4-FFF2-40B4-BE49-F238E27FC236}">
                <a16:creationId xmlns:a16="http://schemas.microsoft.com/office/drawing/2014/main" id="{FC77B5C2-4084-43CF-8A98-70332672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da-number-2016__s003o017">
            <a:extLst xmlns:a="http://schemas.openxmlformats.org/drawingml/2006/main">
              <a:ext uri="{FF2B5EF4-FFF2-40B4-BE49-F238E27FC236}">
                <a16:creationId xmlns:a16="http://schemas.microsoft.com/office/drawing/2014/main" id="{FD909D45-4900-4731-8F49-0FA4CF4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agenda-title-2017__s003o018">
            <a:extLst xmlns:a="http://schemas.openxmlformats.org/drawingml/2006/main">
              <a:ext uri="{FF2B5EF4-FFF2-40B4-BE49-F238E27FC236}">
                <a16:creationId xmlns:a16="http://schemas.microsoft.com/office/drawing/2014/main" id="{CCD0189C-7B05-4802-B516-5AB4D40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効果とリスク</a:t>
            </a:r>
          </a:p>
        </p:txBody>
      </p:sp>
      <p:sp>
        <p:nvSpPr>
          <p:cNvPr id="19" name="agenda-description-2018__s003o019">
            <a:extLst xmlns:a="http://schemas.openxmlformats.org/drawingml/2006/main">
              <a:ext uri="{FF2B5EF4-FFF2-40B4-BE49-F238E27FC236}">
                <a16:creationId xmlns:a16="http://schemas.microsoft.com/office/drawing/2014/main" id="{F293C4A3-3C22-4419-8916-2529A04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957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何を検証するか</a:t>
            </a:r>
          </a:p>
        </p:txBody>
      </p:sp>
      <p:sp>
        <p:nvSpPr>
          <p:cNvPr id="20" name="rule-2019__s003o020">
            <a:extLst xmlns:a="http://schemas.openxmlformats.org/drawingml/2006/main">
              <a:ext uri="{FF2B5EF4-FFF2-40B4-BE49-F238E27FC236}">
                <a16:creationId xmlns:a16="http://schemas.microsoft.com/office/drawing/2014/main" id="{1DB0D27B-E0BA-4E39-B61C-A4F250A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genda-number-2020__s003o021">
            <a:extLst xmlns:a="http://schemas.openxmlformats.org/drawingml/2006/main">
              <a:ext uri="{FF2B5EF4-FFF2-40B4-BE49-F238E27FC236}">
                <a16:creationId xmlns:a16="http://schemas.microsoft.com/office/drawing/2014/main" id="{6D5CD01A-F13D-484C-9A06-F626281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agenda-title-2021__s003o022">
            <a:extLst xmlns:a="http://schemas.openxmlformats.org/drawingml/2006/main">
              <a:ext uri="{FF2B5EF4-FFF2-40B4-BE49-F238E27FC236}">
                <a16:creationId xmlns:a16="http://schemas.microsoft.com/office/drawing/2014/main" id="{B9D6603E-6A77-4057-BB89-E6539A76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実行計画</a:t>
            </a:r>
          </a:p>
        </p:txBody>
      </p:sp>
      <p:sp>
        <p:nvSpPr>
          <p:cNvPr id="23" name="agenda-description-2022__s003o023">
            <a:extLst xmlns:a="http://schemas.openxmlformats.org/drawingml/2006/main">
              <a:ext uri="{FF2B5EF4-FFF2-40B4-BE49-F238E27FC236}">
                <a16:creationId xmlns:a16="http://schemas.microsoft.com/office/drawing/2014/main" id="{0EE1666B-8FFE-4217-98D0-605FF4C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625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何を決めるか</a:t>
            </a:r>
          </a:p>
        </p:txBody>
      </p:sp>
    </p:spTree>
    <p:extLst>
      <p:ext uri="{BB962C8B-B14F-4D97-AF65-F5344CB8AC3E}">
        <p14:creationId xmlns:p14="http://schemas.microsoft.com/office/powerpoint/2010/main" val="1912251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slide-root__s004o001"/>
        <p:cNvGrpSpPr/>
        <p:nvPr/>
      </p:nvGrpSpPr>
      <p:grpSpPr>
        <a:xfrm xmlns:a="http://schemas.openxmlformats.org/drawingml/2006/main"/>
      </p:grpSpPr>
      <p:sp>
        <p:nvSpPr>
          <p:cNvPr id="2" name="section-number-3001__s004o002">
            <a:extLst xmlns:a="http://schemas.openxmlformats.org/drawingml/2006/main">
              <a:ext uri="{FF2B5EF4-FFF2-40B4-BE49-F238E27FC236}">
                <a16:creationId xmlns:a16="http://schemas.microsoft.com/office/drawing/2014/main" id="{90F94949-225B-4036-A0C1-A1D2BFD2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6900" b="1">
                <a:solidFill>
                  <a:srgbClr val="295073"/>
                </a:solidFill>
                <a:latin typeface="Yu Gothic"/>
                <a:ea typeface="Yu Gothic"/>
                <a:cs typeface="Yu Gothic"/>
              </a:defRPr>
            </a:pPr>
            <a:r>
              <a:rPr sz="6900" b="1">
                <a:solidFill>
                  <a:srgbClr val="29507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section-title-3002__s004o003">
            <a:extLst xmlns:a="http://schemas.openxmlformats.org/drawingml/2006/main">
              <a:ext uri="{FF2B5EF4-FFF2-40B4-BE49-F238E27FC236}">
                <a16:creationId xmlns:a16="http://schemas.microsoft.com/office/drawing/2014/main" id="{12AE389A-F591-4A46-BD69-D46FFB5D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解決の仕組み</a:t>
            </a:r>
          </a:p>
        </p:txBody>
      </p:sp>
      <p:sp>
        <p:nvSpPr>
          <p:cNvPr id="4" name="rule-3003__s004o004">
            <a:extLst xmlns:a="http://schemas.openxmlformats.org/drawingml/2006/main">
              <a:ext uri="{FF2B5EF4-FFF2-40B4-BE49-F238E27FC236}">
                <a16:creationId xmlns:a16="http://schemas.microsoft.com/office/drawing/2014/main" id="{7393A49C-A10B-47F3-A69A-1E013D2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question-3004__s004o005">
            <a:extLst xmlns:a="http://schemas.openxmlformats.org/drawingml/2006/main">
              <a:ext uri="{FF2B5EF4-FFF2-40B4-BE49-F238E27FC236}">
                <a16:creationId xmlns:a16="http://schemas.microsoft.com/office/drawing/2014/main" id="{FC86ED1F-A823-4B15-90C6-99F7163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8E4EF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D8E4EF"/>
                </a:solidFill>
                <a:latin typeface="Yu Gothic"/>
                <a:ea typeface="Yu Gothic"/>
                <a:cs typeface="Yu Gothic"/>
              </a:rPr>
              <a:t>どの責任境界なら、速度と統制を両立できるか</a:t>
            </a:r>
          </a:p>
        </p:txBody>
      </p:sp>
      <p:sp>
        <p:nvSpPr>
          <p:cNvPr id="6" name="section-layout-id-3005__s004o006">
            <a:extLst xmlns:a="http://schemas.openxmlformats.org/drawingml/2006/main">
              <a:ext uri="{FF2B5EF4-FFF2-40B4-BE49-F238E27FC236}">
                <a16:creationId xmlns:a16="http://schemas.microsoft.com/office/drawing/2014/main" id="{39C40C57-F131-4825-8659-B0077809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9DB3C8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9DB3C8"/>
                </a:solidFill>
                <a:latin typeface="Yu Gothic"/>
                <a:ea typeface="Yu Gothic"/>
                <a:cs typeface="Yu Gothic"/>
              </a:rPr>
              <a:t>section-divider</a:t>
            </a:r>
          </a:p>
        </p:txBody>
      </p:sp>
      <p:sp>
        <p:nvSpPr>
          <p:cNvPr id="7" name="section-page-3006__s004o007">
            <a:extLst xmlns:a="http://schemas.openxmlformats.org/drawingml/2006/main">
              <a:ext uri="{FF2B5EF4-FFF2-40B4-BE49-F238E27FC236}">
                <a16:creationId xmlns:a16="http://schemas.microsoft.com/office/drawing/2014/main" id="{3C4FF917-198B-42AE-960C-AFC205C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9DB3C8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9DB3C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4392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5o001"/>
        <p:cNvGrpSpPr/>
        <p:nvPr/>
      </p:nvGrpSpPr>
      <p:grpSpPr>
        <a:xfrm xmlns:a="http://schemas.openxmlformats.org/drawingml/2006/main"/>
      </p:grpSpPr>
      <p:sp>
        <p:nvSpPr>
          <p:cNvPr id="2" name="label-4001__s005o002">
            <a:extLst xmlns:a="http://schemas.openxmlformats.org/drawingml/2006/main">
              <a:ext uri="{FF2B5EF4-FFF2-40B4-BE49-F238E27FC236}">
                <a16:creationId xmlns:a16="http://schemas.microsoft.com/office/drawing/2014/main" id="{B2706F8E-611C-4D2B-A984-623BD900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002__s005o003">
            <a:extLst xmlns:a="http://schemas.openxmlformats.org/drawingml/2006/main">
              <a:ext uri="{FF2B5EF4-FFF2-40B4-BE49-F238E27FC236}">
                <a16:creationId xmlns:a16="http://schemas.microsoft.com/office/drawing/2014/main" id="{68A144D3-4832-40C0-84C6-ECDC880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要約と判断</a:t>
            </a:r>
          </a:p>
        </p:txBody>
      </p:sp>
      <p:sp>
        <p:nvSpPr>
          <p:cNvPr id="4" name="title-4003__s005o004">
            <a:extLst xmlns:a="http://schemas.openxmlformats.org/drawingml/2006/main">
              <a:ext uri="{FF2B5EF4-FFF2-40B4-BE49-F238E27FC236}">
                <a16:creationId xmlns:a16="http://schemas.microsoft.com/office/drawing/2014/main" id="{322EB846-4B8B-49A7-90A6-E5A546C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二部門で試行し、統制確認後に対象を拡大する</a:t>
            </a:r>
          </a:p>
        </p:txBody>
      </p:sp>
      <p:sp>
        <p:nvSpPr>
          <p:cNvPr id="5" name="rule-4004__s005o005">
            <a:extLst xmlns:a="http://schemas.openxmlformats.org/drawingml/2006/main">
              <a:ext uri="{FF2B5EF4-FFF2-40B4-BE49-F238E27FC236}">
                <a16:creationId xmlns:a16="http://schemas.microsoft.com/office/drawing/2014/main" id="{8913F7C2-E3D9-462B-A4BD-147CA766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005__s005o006">
            <a:extLst xmlns:a="http://schemas.openxmlformats.org/drawingml/2006/main">
              <a:ext uri="{FF2B5EF4-FFF2-40B4-BE49-F238E27FC236}">
                <a16:creationId xmlns:a16="http://schemas.microsoft.com/office/drawing/2014/main" id="{69E7E1F6-1C06-4F7B-AC65-C3D8916F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006__s005o007">
            <a:extLst xmlns:a="http://schemas.openxmlformats.org/drawingml/2006/main">
              <a:ext uri="{FF2B5EF4-FFF2-40B4-BE49-F238E27FC236}">
                <a16:creationId xmlns:a16="http://schemas.microsoft.com/office/drawing/2014/main" id="{6CB13084-0AFC-4577-A26C-06423D58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executive-summary  |  structure  |  架空データ</a:t>
            </a:r>
          </a:p>
        </p:txBody>
      </p:sp>
      <p:sp>
        <p:nvSpPr>
          <p:cNvPr id="8" name="page-number-4007__s005o008">
            <a:extLst xmlns:a="http://schemas.openxmlformats.org/drawingml/2006/main">
              <a:ext uri="{FF2B5EF4-FFF2-40B4-BE49-F238E27FC236}">
                <a16:creationId xmlns:a16="http://schemas.microsoft.com/office/drawing/2014/main" id="{EC67FCA5-FE9E-42E3-977F-5F96F2B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9" name="callout-4008__s005o009">
            <a:extLst xmlns:a="http://schemas.openxmlformats.org/drawingml/2006/main">
              <a:ext uri="{FF2B5EF4-FFF2-40B4-BE49-F238E27FC236}">
                <a16:creationId xmlns:a16="http://schemas.microsoft.com/office/drawing/2014/main" id="{120E8CE8-F3F9-491D-B99A-5C420AD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callout-text-4009__s005o010">
            <a:extLst xmlns:a="http://schemas.openxmlformats.org/drawingml/2006/main">
              <a:ext uri="{FF2B5EF4-FFF2-40B4-BE49-F238E27FC236}">
                <a16:creationId xmlns:a16="http://schemas.microsoft.com/office/drawing/2014/main" id="{202CD07A-6737-459C-8638-3F6ED569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推奨：対象を限定し、再現率と証跡品質を基準に段階導入する</a:t>
            </a:r>
          </a:p>
        </p:txBody>
      </p:sp>
      <p:sp>
        <p:nvSpPr>
          <p:cNvPr id="11" name="evidence-number-4010__s005o011">
            <a:extLst xmlns:a="http://schemas.openxmlformats.org/drawingml/2006/main">
              <a:ext uri="{FF2B5EF4-FFF2-40B4-BE49-F238E27FC236}">
                <a16:creationId xmlns:a16="http://schemas.microsoft.com/office/drawing/2014/main" id="{E8075BB7-845A-4FA8-8922-C3E9240B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evidence-title-4011__s005o012">
            <a:extLst xmlns:a="http://schemas.openxmlformats.org/drawingml/2006/main">
              <a:ext uri="{FF2B5EF4-FFF2-40B4-BE49-F238E27FC236}">
                <a16:creationId xmlns:a16="http://schemas.microsoft.com/office/drawing/2014/main" id="{7B669C9F-E4A2-44FE-9036-E6927AE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母集団の可視化</a:t>
            </a:r>
          </a:p>
        </p:txBody>
      </p:sp>
      <p:sp>
        <p:nvSpPr>
          <p:cNvPr id="13" name="evidence-body-4012__s005o013">
            <a:extLst xmlns:a="http://schemas.openxmlformats.org/drawingml/2006/main">
              <a:ext uri="{FF2B5EF4-FFF2-40B4-BE49-F238E27FC236}">
                <a16:creationId xmlns:a16="http://schemas.microsoft.com/office/drawing/2014/main" id="{72643634-7267-4FDF-952D-A3B87191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抜け漏れを機械的に検知</a:t>
            </a:r>
          </a:p>
        </p:txBody>
      </p:sp>
      <p:sp>
        <p:nvSpPr>
          <p:cNvPr id="14" name="rule-4013__s005o014">
            <a:extLst xmlns:a="http://schemas.openxmlformats.org/drawingml/2006/main">
              <a:ext uri="{FF2B5EF4-FFF2-40B4-BE49-F238E27FC236}">
                <a16:creationId xmlns:a16="http://schemas.microsoft.com/office/drawing/2014/main" id="{75AB4621-0FA1-4230-BACA-E6FFCDC5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number-4014__s005o015">
            <a:extLst xmlns:a="http://schemas.openxmlformats.org/drawingml/2006/main">
              <a:ext uri="{FF2B5EF4-FFF2-40B4-BE49-F238E27FC236}">
                <a16:creationId xmlns:a16="http://schemas.microsoft.com/office/drawing/2014/main" id="{6B83156C-3D80-401C-BD3D-E8C2EA7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evidence-title-4015__s005o016">
            <a:extLst xmlns:a="http://schemas.openxmlformats.org/drawingml/2006/main">
              <a:ext uri="{FF2B5EF4-FFF2-40B4-BE49-F238E27FC236}">
                <a16:creationId xmlns:a16="http://schemas.microsoft.com/office/drawing/2014/main" id="{5B381997-C2BF-4749-8450-8549810F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統制の維持</a:t>
            </a:r>
          </a:p>
        </p:txBody>
      </p:sp>
      <p:sp>
        <p:nvSpPr>
          <p:cNvPr id="17" name="evidence-body-4016__s005o017">
            <a:extLst xmlns:a="http://schemas.openxmlformats.org/drawingml/2006/main">
              <a:ext uri="{FF2B5EF4-FFF2-40B4-BE49-F238E27FC236}">
                <a16:creationId xmlns:a16="http://schemas.microsoft.com/office/drawing/2014/main" id="{D6E5DC73-9B80-4E2F-A6BA-076F775A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承認前に根拠を表示</a:t>
            </a:r>
          </a:p>
        </p:txBody>
      </p:sp>
      <p:sp>
        <p:nvSpPr>
          <p:cNvPr id="18" name="rule-4017__s005o018">
            <a:extLst xmlns:a="http://schemas.openxmlformats.org/drawingml/2006/main">
              <a:ext uri="{FF2B5EF4-FFF2-40B4-BE49-F238E27FC236}">
                <a16:creationId xmlns:a16="http://schemas.microsoft.com/office/drawing/2014/main" id="{D36CD1CA-8147-4A45-B6DB-56953A6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idence-number-4018__s005o019">
            <a:extLst xmlns:a="http://schemas.openxmlformats.org/drawingml/2006/main">
              <a:ext uri="{FF2B5EF4-FFF2-40B4-BE49-F238E27FC236}">
                <a16:creationId xmlns:a16="http://schemas.microsoft.com/office/drawing/2014/main" id="{72329806-D18D-49E9-A9D7-FBF5D6E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evidence-title-4019__s005o020">
            <a:extLst xmlns:a="http://schemas.openxmlformats.org/drawingml/2006/main">
              <a:ext uri="{FF2B5EF4-FFF2-40B4-BE49-F238E27FC236}">
                <a16:creationId xmlns:a16="http://schemas.microsoft.com/office/drawing/2014/main" id="{63F52086-3421-478C-B99E-66DD525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小さく検証</a:t>
            </a:r>
          </a:p>
        </p:txBody>
      </p:sp>
      <p:sp>
        <p:nvSpPr>
          <p:cNvPr id="21" name="evidence-body-4020__s005o021">
            <a:extLst xmlns:a="http://schemas.openxmlformats.org/drawingml/2006/main">
              <a:ext uri="{FF2B5EF4-FFF2-40B4-BE49-F238E27FC236}">
                <a16:creationId xmlns:a16="http://schemas.microsoft.com/office/drawing/2014/main" id="{81EBE37D-8916-463F-B4B7-417C8E26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対象と期間を限定</a:t>
            </a:r>
          </a:p>
        </p:txBody>
      </p:sp>
      <p:sp>
        <p:nvSpPr>
          <p:cNvPr id="22" name="decision-panel-4021__s005o022">
            <a:extLst xmlns:a="http://schemas.openxmlformats.org/drawingml/2006/main">
              <a:ext uri="{FF2B5EF4-FFF2-40B4-BE49-F238E27FC236}">
                <a16:creationId xmlns:a16="http://schemas.microsoft.com/office/drawing/2014/main" id="{CA00BB18-64ED-418C-86BC-9082129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36385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label-4022__s005o023">
            <a:extLst xmlns:a="http://schemas.openxmlformats.org/drawingml/2006/main">
              <a:ext uri="{FF2B5EF4-FFF2-40B4-BE49-F238E27FC236}">
                <a16:creationId xmlns:a16="http://schemas.microsoft.com/office/drawing/2014/main" id="{0ADCC183-2472-4D27-9E2A-1D25DCB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90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BFD1E1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FD1E1"/>
                </a:solidFill>
                <a:latin typeface="Yu Gothic"/>
                <a:ea typeface="Yu Gothic"/>
                <a:cs typeface="Yu Gothic"/>
              </a:rPr>
              <a:t>承認いただきたいこと</a:t>
            </a:r>
          </a:p>
        </p:txBody>
      </p:sp>
      <p:sp>
        <p:nvSpPr>
          <p:cNvPr id="24" name="decision-4023__s005o024">
            <a:extLst xmlns:a="http://schemas.openxmlformats.org/drawingml/2006/main">
              <a:ext uri="{FF2B5EF4-FFF2-40B4-BE49-F238E27FC236}">
                <a16:creationId xmlns:a16="http://schemas.microsoft.com/office/drawing/2014/main" id="{4114F2CE-56F7-4E75-9B34-75404DA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試行導入を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8月に開始する</a:t>
            </a:r>
          </a:p>
        </p:txBody>
      </p:sp>
      <p:sp>
        <p:nvSpPr>
          <p:cNvPr id="25" name="decision-meta-4024__s005o025">
            <a:extLst xmlns:a="http://schemas.openxmlformats.org/drawingml/2006/main">
              <a:ext uri="{FF2B5EF4-FFF2-40B4-BE49-F238E27FC236}">
                <a16:creationId xmlns:a16="http://schemas.microsoft.com/office/drawing/2014/main" id="{40FA9DD6-801C-46B2-9CCA-D74A3BA6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BFD1E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FD1E1"/>
                </a:solidFill>
                <a:latin typeface="Yu Gothic"/>
                <a:ea typeface="Yu Gothic"/>
                <a:cs typeface="Yu Gothic"/>
              </a:rPr>
              <a:t>対象：2部門 / 期間：6週間</a:t>
            </a:r>
          </a:p>
        </p:txBody>
      </p:sp>
    </p:spTree>
    <p:extLst>
      <p:ext uri="{BB962C8B-B14F-4D97-AF65-F5344CB8AC3E}">
        <p14:creationId xmlns:p14="http://schemas.microsoft.com/office/powerpoint/2010/main" val="377552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6o001"/>
        <p:cNvGrpSpPr/>
        <p:nvPr/>
      </p:nvGrpSpPr>
      <p:grpSpPr>
        <a:xfrm xmlns:a="http://schemas.openxmlformats.org/drawingml/2006/main"/>
      </p:grpSpPr>
      <p:sp>
        <p:nvSpPr>
          <p:cNvPr id="2" name="label-5001__s006o002">
            <a:extLst xmlns:a="http://schemas.openxmlformats.org/drawingml/2006/main">
              <a:ext uri="{FF2B5EF4-FFF2-40B4-BE49-F238E27FC236}">
                <a16:creationId xmlns:a16="http://schemas.microsoft.com/office/drawing/2014/main" id="{21D09C9E-3AAE-44E8-A2E6-0DF458DC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002__s006o003">
            <a:extLst xmlns:a="http://schemas.openxmlformats.org/drawingml/2006/main">
              <a:ext uri="{FF2B5EF4-FFF2-40B4-BE49-F238E27FC236}">
                <a16:creationId xmlns:a16="http://schemas.microsoft.com/office/drawing/2014/main" id="{00DF0E24-2C60-4F17-A6EE-681AC5CB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結論と次の一手</a:t>
            </a:r>
          </a:p>
        </p:txBody>
      </p:sp>
      <p:sp>
        <p:nvSpPr>
          <p:cNvPr id="4" name="title-5003__s006o004">
            <a:extLst xmlns:a="http://schemas.openxmlformats.org/drawingml/2006/main">
              <a:ext uri="{FF2B5EF4-FFF2-40B4-BE49-F238E27FC236}">
                <a16:creationId xmlns:a16="http://schemas.microsoft.com/office/drawing/2014/main" id="{C4204782-37FB-42FE-9128-9EAFC2B2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試行の承認後、三つの準備を直ちに開始する</a:t>
            </a:r>
          </a:p>
        </p:txBody>
      </p:sp>
      <p:sp>
        <p:nvSpPr>
          <p:cNvPr id="5" name="rule-5004__s006o005">
            <a:extLst xmlns:a="http://schemas.openxmlformats.org/drawingml/2006/main">
              <a:ext uri="{FF2B5EF4-FFF2-40B4-BE49-F238E27FC236}">
                <a16:creationId xmlns:a16="http://schemas.microsoft.com/office/drawing/2014/main" id="{D74863EF-395B-4F6A-8963-1D1F961D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005__s006o006">
            <a:extLst xmlns:a="http://schemas.openxmlformats.org/drawingml/2006/main">
              <a:ext uri="{FF2B5EF4-FFF2-40B4-BE49-F238E27FC236}">
                <a16:creationId xmlns:a16="http://schemas.microsoft.com/office/drawing/2014/main" id="{3BFA187B-7CC4-4501-91FC-357715EB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006__s006o007">
            <a:extLst xmlns:a="http://schemas.openxmlformats.org/drawingml/2006/main">
              <a:ext uri="{FF2B5EF4-FFF2-40B4-BE49-F238E27FC236}">
                <a16:creationId xmlns:a16="http://schemas.microsoft.com/office/drawing/2014/main" id="{1754BD20-915D-4EF0-94EE-E5A8E1E9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closing-resolution  |  structure  |  架空データ</a:t>
            </a:r>
          </a:p>
        </p:txBody>
      </p:sp>
      <p:sp>
        <p:nvSpPr>
          <p:cNvPr id="8" name="page-number-5007__s006o008">
            <a:extLst xmlns:a="http://schemas.openxmlformats.org/drawingml/2006/main">
              <a:ext uri="{FF2B5EF4-FFF2-40B4-BE49-F238E27FC236}">
                <a16:creationId xmlns:a16="http://schemas.microsoft.com/office/drawing/2014/main" id="{E833E249-F361-4104-AD51-7F70542C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9" name="resolution-5008__s006o009">
            <a:extLst xmlns:a="http://schemas.openxmlformats.org/drawingml/2006/main">
              <a:ext uri="{FF2B5EF4-FFF2-40B4-BE49-F238E27FC236}">
                <a16:creationId xmlns:a16="http://schemas.microsoft.com/office/drawing/2014/main" id="{AFADAF4E-BB91-4DDB-9FEE-1DBE17B5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975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31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小さく始め、測定し、統制を確認してから広げる</a:t>
            </a:r>
          </a:p>
        </p:txBody>
      </p:sp>
      <p:sp>
        <p:nvSpPr>
          <p:cNvPr id="10" name="action-panel-5009__s006o010">
            <a:extLst xmlns:a="http://schemas.openxmlformats.org/drawingml/2006/main">
              <a:ext uri="{FF2B5EF4-FFF2-40B4-BE49-F238E27FC236}">
                <a16:creationId xmlns:a16="http://schemas.microsoft.com/office/drawing/2014/main" id="{2063D4A2-21F4-4175-AB45-20E1A8C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1" name="action-number-5010__s006o011">
            <a:extLst xmlns:a="http://schemas.openxmlformats.org/drawingml/2006/main">
              <a:ext uri="{FF2B5EF4-FFF2-40B4-BE49-F238E27FC236}">
                <a16:creationId xmlns:a16="http://schemas.microsoft.com/office/drawing/2014/main" id="{A86E2F55-1F8A-4CBD-A06B-93A3872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action-title-5011__s006o012">
            <a:extLst xmlns:a="http://schemas.openxmlformats.org/drawingml/2006/main">
              <a:ext uri="{FF2B5EF4-FFF2-40B4-BE49-F238E27FC236}">
                <a16:creationId xmlns:a16="http://schemas.microsoft.com/office/drawing/2014/main" id="{CD2F858D-1768-4812-AF82-AC9388B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対象案件を確定</a:t>
            </a:r>
          </a:p>
        </p:txBody>
      </p:sp>
      <p:sp>
        <p:nvSpPr>
          <p:cNvPr id="13" name="action-meta-5012__s006o013">
            <a:extLst xmlns:a="http://schemas.openxmlformats.org/drawingml/2006/main">
              <a:ext uri="{FF2B5EF4-FFF2-40B4-BE49-F238E27FC236}">
                <a16:creationId xmlns:a16="http://schemas.microsoft.com/office/drawing/2014/main" id="{33D8A4DB-4070-4821-8F0E-594E4E3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企画部 / 8月5日</a:t>
            </a:r>
          </a:p>
        </p:txBody>
      </p:sp>
      <p:sp>
        <p:nvSpPr>
          <p:cNvPr id="14" name="action-panel-5013__s006o014">
            <a:extLst xmlns:a="http://schemas.openxmlformats.org/drawingml/2006/main">
              <a:ext uri="{FF2B5EF4-FFF2-40B4-BE49-F238E27FC236}">
                <a16:creationId xmlns:a16="http://schemas.microsoft.com/office/drawing/2014/main" id="{5996B508-E646-4DD5-8031-3CD8E1C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5" name="action-number-5014__s006o015">
            <a:extLst xmlns:a="http://schemas.openxmlformats.org/drawingml/2006/main">
              <a:ext uri="{FF2B5EF4-FFF2-40B4-BE49-F238E27FC236}">
                <a16:creationId xmlns:a16="http://schemas.microsoft.com/office/drawing/2014/main" id="{0826C7E4-892E-4325-AF29-B3AD4535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action-title-5015__s006o016">
            <a:extLst xmlns:a="http://schemas.openxmlformats.org/drawingml/2006/main">
              <a:ext uri="{FF2B5EF4-FFF2-40B4-BE49-F238E27FC236}">
                <a16:creationId xmlns:a16="http://schemas.microsoft.com/office/drawing/2014/main" id="{2BFF7232-182E-4032-8A74-5D23C108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評価手順を固定</a:t>
            </a:r>
          </a:p>
        </p:txBody>
      </p:sp>
      <p:sp>
        <p:nvSpPr>
          <p:cNvPr id="17" name="action-meta-5016__s006o017">
            <a:extLst xmlns:a="http://schemas.openxmlformats.org/drawingml/2006/main">
              <a:ext uri="{FF2B5EF4-FFF2-40B4-BE49-F238E27FC236}">
                <a16:creationId xmlns:a16="http://schemas.microsoft.com/office/drawing/2014/main" id="{B7EA091A-C5A2-4B50-8D84-2B19D92D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品質管理 / 8月8日</a:t>
            </a:r>
          </a:p>
        </p:txBody>
      </p:sp>
      <p:sp>
        <p:nvSpPr>
          <p:cNvPr id="18" name="action-panel-5017__s006o018">
            <a:extLst xmlns:a="http://schemas.openxmlformats.org/drawingml/2006/main">
              <a:ext uri="{FF2B5EF4-FFF2-40B4-BE49-F238E27FC236}">
                <a16:creationId xmlns:a16="http://schemas.microsoft.com/office/drawing/2014/main" id="{1D55FDCD-2E3F-45EB-8D61-DB4BBFA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9" name="action-number-5018__s006o019">
            <a:extLst xmlns:a="http://schemas.openxmlformats.org/drawingml/2006/main">
              <a:ext uri="{FF2B5EF4-FFF2-40B4-BE49-F238E27FC236}">
                <a16:creationId xmlns:a16="http://schemas.microsoft.com/office/drawing/2014/main" id="{AC69FED2-1861-4BAF-AC4C-7500CB53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action-title-5019__s006o020">
            <a:extLst xmlns:a="http://schemas.openxmlformats.org/drawingml/2006/main">
              <a:ext uri="{FF2B5EF4-FFF2-40B4-BE49-F238E27FC236}">
                <a16:creationId xmlns:a16="http://schemas.microsoft.com/office/drawing/2014/main" id="{050B8FD8-57A0-4E7D-A3D6-70BD741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試行環境を準備</a:t>
            </a:r>
          </a:p>
        </p:txBody>
      </p:sp>
      <p:sp>
        <p:nvSpPr>
          <p:cNvPr id="21" name="action-meta-5020__s006o021">
            <a:extLst xmlns:a="http://schemas.openxmlformats.org/drawingml/2006/main">
              <a:ext uri="{FF2B5EF4-FFF2-40B4-BE49-F238E27FC236}">
                <a16:creationId xmlns:a16="http://schemas.microsoft.com/office/drawing/2014/main" id="{432D449E-B2BC-4BC5-800D-83C9A38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開発部 / 8月12日</a:t>
            </a:r>
          </a:p>
        </p:txBody>
      </p:sp>
    </p:spTree>
    <p:extLst>
      <p:ext uri="{BB962C8B-B14F-4D97-AF65-F5344CB8AC3E}">
        <p14:creationId xmlns:p14="http://schemas.microsoft.com/office/powerpoint/2010/main" val="2029565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7o001"/>
        <p:cNvGrpSpPr/>
        <p:nvPr/>
      </p:nvGrpSpPr>
      <p:grpSpPr>
        <a:xfrm xmlns:a="http://schemas.openxmlformats.org/drawingml/2006/main"/>
      </p:grpSpPr>
      <p:sp>
        <p:nvSpPr>
          <p:cNvPr id="2" name="label-6001__s007o002">
            <a:extLst xmlns:a="http://schemas.openxmlformats.org/drawingml/2006/main">
              <a:ext uri="{FF2B5EF4-FFF2-40B4-BE49-F238E27FC236}">
                <a16:creationId xmlns:a16="http://schemas.microsoft.com/office/drawing/2014/main" id="{AB440814-C9FC-4D39-9CF8-91CE5F6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APPENDIX</a:t>
            </a:r>
          </a:p>
        </p:txBody>
      </p:sp>
      <p:sp>
        <p:nvSpPr>
          <p:cNvPr id="3" name="appendix-title-6002__s007o003">
            <a:extLst xmlns:a="http://schemas.openxmlformats.org/drawingml/2006/main">
              <a:ext uri="{FF2B5EF4-FFF2-40B4-BE49-F238E27FC236}">
                <a16:creationId xmlns:a16="http://schemas.microsoft.com/office/drawing/2014/main" id="{652A5D7F-A588-402F-AB77-41CB19F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975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40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付録：定義と計算条件</a:t>
            </a:r>
          </a:p>
        </p:txBody>
      </p:sp>
      <p:sp>
        <p:nvSpPr>
          <p:cNvPr id="4" name="rule-6003__s007o004">
            <a:extLst xmlns:a="http://schemas.openxmlformats.org/drawingml/2006/main">
              <a:ext uri="{FF2B5EF4-FFF2-40B4-BE49-F238E27FC236}">
                <a16:creationId xmlns:a16="http://schemas.microsoft.com/office/drawing/2014/main" id="{F60BC3CC-F064-4D40-A12A-0D134F1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ppendix-subtitle-6004__s007o005">
            <a:extLst xmlns:a="http://schemas.openxmlformats.org/drawingml/2006/main">
              <a:ext uri="{FF2B5EF4-FFF2-40B4-BE49-F238E27FC236}">
                <a16:creationId xmlns:a16="http://schemas.microsoft.com/office/drawing/2014/main" id="{5321B053-5D34-41D6-8BF7-5BDE5BBA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本編の判断を補う参照情報</a:t>
            </a:r>
          </a:p>
        </p:txBody>
      </p:sp>
      <p:sp>
        <p:nvSpPr>
          <p:cNvPr id="6" name="appendix-layout-id-6005__s007o006">
            <a:extLst xmlns:a="http://schemas.openxmlformats.org/drawingml/2006/main">
              <a:ext uri="{FF2B5EF4-FFF2-40B4-BE49-F238E27FC236}">
                <a16:creationId xmlns:a16="http://schemas.microsoft.com/office/drawing/2014/main" id="{5F53A18E-07B6-4C36-85D5-8B385607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appendix-title</a:t>
            </a:r>
          </a:p>
        </p:txBody>
      </p:sp>
    </p:spTree>
    <p:extLst>
      <p:ext uri="{BB962C8B-B14F-4D97-AF65-F5344CB8AC3E}">
        <p14:creationId xmlns:p14="http://schemas.microsoft.com/office/powerpoint/2010/main" val="2090924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8o001"/>
        <p:cNvGrpSpPr/>
        <p:nvPr/>
      </p:nvGrpSpPr>
      <p:grpSpPr>
        <a:xfrm xmlns:a="http://schemas.openxmlformats.org/drawingml/2006/main"/>
      </p:grpSpPr>
      <p:sp>
        <p:nvSpPr>
          <p:cNvPr id="2" name="label-7001__s008o002">
            <a:extLst xmlns:a="http://schemas.openxmlformats.org/drawingml/2006/main">
              <a:ext uri="{FF2B5EF4-FFF2-40B4-BE49-F238E27FC236}">
                <a16:creationId xmlns:a16="http://schemas.microsoft.com/office/drawing/2014/main" id="{A4CAF01E-C0C7-465A-AE4A-422E9A2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7002__s008o003">
            <a:extLst xmlns:a="http://schemas.openxmlformats.org/drawingml/2006/main">
              <a:ext uri="{FF2B5EF4-FFF2-40B4-BE49-F238E27FC236}">
                <a16:creationId xmlns:a16="http://schemas.microsoft.com/office/drawing/2014/main" id="{C08B9AA9-4DBB-42E6-8BC6-1DBEDAEE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付録詳細</a:t>
            </a:r>
          </a:p>
        </p:txBody>
      </p:sp>
      <p:sp>
        <p:nvSpPr>
          <p:cNvPr id="4" name="title-7003__s008o004">
            <a:extLst xmlns:a="http://schemas.openxmlformats.org/drawingml/2006/main">
              <a:ext uri="{FF2B5EF4-FFF2-40B4-BE49-F238E27FC236}">
                <a16:creationId xmlns:a16="http://schemas.microsoft.com/office/drawing/2014/main" id="{40BFB20A-8938-4BE9-B5B3-1F617C8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付録：評価指標とデータ区分</a:t>
            </a:r>
          </a:p>
        </p:txBody>
      </p:sp>
      <p:sp>
        <p:nvSpPr>
          <p:cNvPr id="5" name="rule-7004__s008o005">
            <a:extLst xmlns:a="http://schemas.openxmlformats.org/drawingml/2006/main">
              <a:ext uri="{FF2B5EF4-FFF2-40B4-BE49-F238E27FC236}">
                <a16:creationId xmlns:a16="http://schemas.microsoft.com/office/drawing/2014/main" id="{3C5E37EC-E9FB-4581-A32D-2582903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7005__s008o006">
            <a:extLst xmlns:a="http://schemas.openxmlformats.org/drawingml/2006/main">
              <a:ext uri="{FF2B5EF4-FFF2-40B4-BE49-F238E27FC236}">
                <a16:creationId xmlns:a16="http://schemas.microsoft.com/office/drawing/2014/main" id="{18E0FE66-B96E-4EBC-BE99-7185B05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7006__s008o007">
            <a:extLst xmlns:a="http://schemas.openxmlformats.org/drawingml/2006/main">
              <a:ext uri="{FF2B5EF4-FFF2-40B4-BE49-F238E27FC236}">
                <a16:creationId xmlns:a16="http://schemas.microsoft.com/office/drawing/2014/main" id="{0349B3F5-45BC-44BF-B5E7-19719C8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appendix-reference  |  structure  |  架空データ</a:t>
            </a:r>
          </a:p>
        </p:txBody>
      </p:sp>
      <p:sp>
        <p:nvSpPr>
          <p:cNvPr id="8" name="page-number-7007__s008o008">
            <a:extLst xmlns:a="http://schemas.openxmlformats.org/drawingml/2006/main">
              <a:ext uri="{FF2B5EF4-FFF2-40B4-BE49-F238E27FC236}">
                <a16:creationId xmlns:a16="http://schemas.microsoft.com/office/drawing/2014/main" id="{97F9FA8A-5D15-4BD0-B6E9-EA7DD9AD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9" name="reference-panel-7008__s008o009">
            <a:extLst xmlns:a="http://schemas.openxmlformats.org/drawingml/2006/main">
              <a:ext uri="{FF2B5EF4-FFF2-40B4-BE49-F238E27FC236}">
                <a16:creationId xmlns:a16="http://schemas.microsoft.com/office/drawing/2014/main" id="{BB3393BC-01D4-44D8-8B3B-3275070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00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reference-number-7009__s008o010">
            <a:extLst xmlns:a="http://schemas.openxmlformats.org/drawingml/2006/main">
              <a:ext uri="{FF2B5EF4-FFF2-40B4-BE49-F238E27FC236}">
                <a16:creationId xmlns:a16="http://schemas.microsoft.com/office/drawing/2014/main" id="{6428F11D-E8DD-469C-AE46-991B256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reference-title-7010__s008o011">
            <a:extLst xmlns:a="http://schemas.openxmlformats.org/drawingml/2006/main">
              <a:ext uri="{FF2B5EF4-FFF2-40B4-BE49-F238E27FC236}">
                <a16:creationId xmlns:a16="http://schemas.microsoft.com/office/drawing/2014/main" id="{AF4C40E1-A76A-400B-97F5-A1A145F5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再現率</a:t>
            </a:r>
          </a:p>
        </p:txBody>
      </p:sp>
      <p:sp>
        <p:nvSpPr>
          <p:cNvPr id="12" name="reference-body-7011__s008o012">
            <a:extLst xmlns:a="http://schemas.openxmlformats.org/drawingml/2006/main">
              <a:ext uri="{FF2B5EF4-FFF2-40B4-BE49-F238E27FC236}">
                <a16:creationId xmlns:a16="http://schemas.microsoft.com/office/drawing/2014/main" id="{ACC9183A-D803-460E-A22F-8BE3B68E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正解対象のうち検出できた割合</a:t>
            </a:r>
          </a:p>
        </p:txBody>
      </p:sp>
      <p:sp>
        <p:nvSpPr>
          <p:cNvPr id="13" name="reference-panel-7012__s008o013">
            <a:extLst xmlns:a="http://schemas.openxmlformats.org/drawingml/2006/main">
              <a:ext uri="{FF2B5EF4-FFF2-40B4-BE49-F238E27FC236}">
                <a16:creationId xmlns:a16="http://schemas.microsoft.com/office/drawing/2014/main" id="{34072D57-9A09-4D4B-856B-FA463AD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200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reference-number-7013__s008o014">
            <a:extLst xmlns:a="http://schemas.openxmlformats.org/drawingml/2006/main">
              <a:ext uri="{FF2B5EF4-FFF2-40B4-BE49-F238E27FC236}">
                <a16:creationId xmlns:a16="http://schemas.microsoft.com/office/drawing/2014/main" id="{A24CD349-5CB7-4829-B187-5F6E9A3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reference-title-7014__s008o015">
            <a:extLst xmlns:a="http://schemas.openxmlformats.org/drawingml/2006/main">
              <a:ext uri="{FF2B5EF4-FFF2-40B4-BE49-F238E27FC236}">
                <a16:creationId xmlns:a16="http://schemas.microsoft.com/office/drawing/2014/main" id="{F9BFC978-8F62-4BCF-A02F-A25D288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証跡品質</a:t>
            </a:r>
          </a:p>
        </p:txBody>
      </p:sp>
      <p:sp>
        <p:nvSpPr>
          <p:cNvPr id="16" name="reference-body-7015__s008o016">
            <a:extLst xmlns:a="http://schemas.openxmlformats.org/drawingml/2006/main">
              <a:ext uri="{FF2B5EF4-FFF2-40B4-BE49-F238E27FC236}">
                <a16:creationId xmlns:a16="http://schemas.microsoft.com/office/drawing/2014/main" id="{5786146F-6EF4-4C55-B8A6-D1A8094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結論を再確認できる根拠の完全性</a:t>
            </a:r>
          </a:p>
        </p:txBody>
      </p:sp>
      <p:sp>
        <p:nvSpPr>
          <p:cNvPr id="17" name="reference-panel-7016__s008o017">
            <a:extLst xmlns:a="http://schemas.openxmlformats.org/drawingml/2006/main">
              <a:ext uri="{FF2B5EF4-FFF2-40B4-BE49-F238E27FC236}">
                <a16:creationId xmlns:a16="http://schemas.microsoft.com/office/drawing/2014/main" id="{8D9812DE-419A-41EB-B7A1-FF4007D1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200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reference-number-7017__s008o018">
            <a:extLst xmlns:a="http://schemas.openxmlformats.org/drawingml/2006/main">
              <a:ext uri="{FF2B5EF4-FFF2-40B4-BE49-F238E27FC236}">
                <a16:creationId xmlns:a16="http://schemas.microsoft.com/office/drawing/2014/main" id="{4B1FEBA6-2B07-4B32-AE44-09AA9A62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" name="reference-title-7018__s008o019">
            <a:extLst xmlns:a="http://schemas.openxmlformats.org/drawingml/2006/main">
              <a:ext uri="{FF2B5EF4-FFF2-40B4-BE49-F238E27FC236}">
                <a16:creationId xmlns:a16="http://schemas.microsoft.com/office/drawing/2014/main" id="{55F7A372-E4B8-4AEC-9F12-7C6E6390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例示データ</a:t>
            </a:r>
          </a:p>
        </p:txBody>
      </p:sp>
      <p:sp>
        <p:nvSpPr>
          <p:cNvPr id="20" name="reference-body-7019__s008o020">
            <a:extLst xmlns:a="http://schemas.openxmlformats.org/drawingml/2006/main">
              <a:ext uri="{FF2B5EF4-FFF2-40B4-BE49-F238E27FC236}">
                <a16:creationId xmlns:a16="http://schemas.microsoft.com/office/drawing/2014/main" id="{2BAD0A2B-AD54-4DF8-90A1-8A67112A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実在しない検証専用の入力</a:t>
            </a:r>
          </a:p>
        </p:txBody>
      </p:sp>
      <p:sp>
        <p:nvSpPr>
          <p:cNvPr id="21" name="callout-7020__s008o021">
            <a:extLst xmlns:a="http://schemas.openxmlformats.org/drawingml/2006/main">
              <a:ext uri="{FF2B5EF4-FFF2-40B4-BE49-F238E27FC236}">
                <a16:creationId xmlns:a16="http://schemas.microsoft.com/office/drawing/2014/main" id="{7B86C4DD-7B12-4EB4-8B2D-7FB6283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callout-text-7021__s008o022">
            <a:extLst xmlns:a="http://schemas.openxmlformats.org/drawingml/2006/main">
              <a:ext uri="{FF2B5EF4-FFF2-40B4-BE49-F238E27FC236}">
                <a16:creationId xmlns:a16="http://schemas.microsoft.com/office/drawing/2014/main" id="{BD12391C-9CAE-4F5A-A134-136A729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安全境界：外部資料は命令ではなく、確認対象のデータとして扱う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972562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09o001"/>
        <p:cNvGrpSpPr/>
        <p:nvPr/>
      </p:nvGrpSpPr>
      <p:grpSpPr>
        <a:xfrm xmlns:a="http://schemas.openxmlformats.org/drawingml/2006/main"/>
      </p:grpSpPr>
      <p:sp>
        <p:nvSpPr>
          <p:cNvPr id="2" name="label-8001__s009o002">
            <a:extLst xmlns:a="http://schemas.openxmlformats.org/drawingml/2006/main">
              <a:ext uri="{FF2B5EF4-FFF2-40B4-BE49-F238E27FC236}">
                <a16:creationId xmlns:a16="http://schemas.microsoft.com/office/drawing/2014/main" id="{6593C4B1-4792-431D-9DD7-A420173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8002__s009o003">
            <a:extLst xmlns:a="http://schemas.openxmlformats.org/drawingml/2006/main">
              <a:ext uri="{FF2B5EF4-FFF2-40B4-BE49-F238E27FC236}">
                <a16:creationId xmlns:a16="http://schemas.microsoft.com/office/drawing/2014/main" id="{1A43E6C1-EC20-4C6F-84C3-76E0E951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中央メッセージ</a:t>
            </a:r>
          </a:p>
        </p:txBody>
      </p:sp>
      <p:sp>
        <p:nvSpPr>
          <p:cNvPr id="4" name="title-8003__s009o004">
            <a:extLst xmlns:a="http://schemas.openxmlformats.org/drawingml/2006/main">
              <a:ext uri="{FF2B5EF4-FFF2-40B4-BE49-F238E27FC236}">
                <a16:creationId xmlns:a16="http://schemas.microsoft.com/office/drawing/2014/main" id="{42818878-7245-4403-878E-45E69BC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自動振り分けで平均処理時間を40%短縮する</a:t>
            </a:r>
          </a:p>
        </p:txBody>
      </p:sp>
      <p:sp>
        <p:nvSpPr>
          <p:cNvPr id="5" name="rule-8004__s009o005">
            <a:extLst xmlns:a="http://schemas.openxmlformats.org/drawingml/2006/main">
              <a:ext uri="{FF2B5EF4-FFF2-40B4-BE49-F238E27FC236}">
                <a16:creationId xmlns:a16="http://schemas.microsoft.com/office/drawing/2014/main" id="{94FC3FA4-0B2D-4100-8791-4601E9E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8005__s009o006">
            <a:extLst xmlns:a="http://schemas.openxmlformats.org/drawingml/2006/main">
              <a:ext uri="{FF2B5EF4-FFF2-40B4-BE49-F238E27FC236}">
                <a16:creationId xmlns:a16="http://schemas.microsoft.com/office/drawing/2014/main" id="{FE8D5D55-D442-4F86-B106-1380034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8006__s009o007">
            <a:extLst xmlns:a="http://schemas.openxmlformats.org/drawingml/2006/main">
              <a:ext uri="{FF2B5EF4-FFF2-40B4-BE49-F238E27FC236}">
                <a16:creationId xmlns:a16="http://schemas.microsoft.com/office/drawing/2014/main" id="{48D057E8-DDF8-40A1-BA3F-CB9D9EC2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key-message  |  narrative  |  架空データ</a:t>
            </a:r>
          </a:p>
        </p:txBody>
      </p:sp>
      <p:sp>
        <p:nvSpPr>
          <p:cNvPr id="8" name="page-number-8007__s009o008">
            <a:extLst xmlns:a="http://schemas.openxmlformats.org/drawingml/2006/main">
              <a:ext uri="{FF2B5EF4-FFF2-40B4-BE49-F238E27FC236}">
                <a16:creationId xmlns:a16="http://schemas.microsoft.com/office/drawing/2014/main" id="{FF6227D0-5B84-4639-A47E-0976A858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9" name="hero-number-8008__s009o009">
            <a:extLst xmlns:a="http://schemas.openxmlformats.org/drawingml/2006/main">
              <a:ext uri="{FF2B5EF4-FFF2-40B4-BE49-F238E27FC236}">
                <a16:creationId xmlns:a16="http://schemas.microsoft.com/office/drawing/2014/main" id="{38010DD2-29BD-4620-9BA2-C466A35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3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3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40%</a:t>
            </a:r>
          </a:p>
        </p:txBody>
      </p:sp>
      <p:sp>
        <p:nvSpPr>
          <p:cNvPr id="10" name="rule-8009__s009o010">
            <a:extLst xmlns:a="http://schemas.openxmlformats.org/drawingml/2006/main">
              <a:ext uri="{FF2B5EF4-FFF2-40B4-BE49-F238E27FC236}">
                <a16:creationId xmlns:a16="http://schemas.microsoft.com/office/drawing/2014/main" id="{78264D80-2A76-4C06-BD0D-0D65E83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pport-8010__s009o011">
            <a:extLst xmlns:a="http://schemas.openxmlformats.org/drawingml/2006/main">
              <a:ext uri="{FF2B5EF4-FFF2-40B4-BE49-F238E27FC236}">
                <a16:creationId xmlns:a16="http://schemas.microsoft.com/office/drawing/2014/main" id="{5219EAF8-9389-4839-87E6-6EB8397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入力内容に応じて承認先を自動判定し、手作業の振分けをなくす</a:t>
            </a:r>
          </a:p>
        </p:txBody>
      </p:sp>
    </p:spTree>
    <p:extLst>
      <p:ext uri="{BB962C8B-B14F-4D97-AF65-F5344CB8AC3E}">
        <p14:creationId xmlns:p14="http://schemas.microsoft.com/office/powerpoint/2010/main" val="138350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0o001"/>
        <p:cNvGrpSpPr/>
        <p:nvPr/>
      </p:nvGrpSpPr>
      <p:grpSpPr>
        <a:xfrm xmlns:a="http://schemas.openxmlformats.org/drawingml/2006/main"/>
      </p:grpSpPr>
      <p:sp>
        <p:nvSpPr>
          <p:cNvPr id="2" name="label-9001__s010o002">
            <a:extLst xmlns:a="http://schemas.openxmlformats.org/drawingml/2006/main">
              <a:ext uri="{FF2B5EF4-FFF2-40B4-BE49-F238E27FC236}">
                <a16:creationId xmlns:a16="http://schemas.microsoft.com/office/drawing/2014/main" id="{A93780B6-80AC-4A6D-AB36-C2548F6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9002__s010o003">
            <a:extLst xmlns:a="http://schemas.openxmlformats.org/drawingml/2006/main">
              <a:ext uri="{FF2B5EF4-FFF2-40B4-BE49-F238E27FC236}">
                <a16:creationId xmlns:a16="http://schemas.microsoft.com/office/drawing/2014/main" id="{B4891615-EBA2-4075-A6E1-6F7E5ED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メッセージと根拠</a:t>
            </a:r>
          </a:p>
        </p:txBody>
      </p:sp>
      <p:sp>
        <p:nvSpPr>
          <p:cNvPr id="4" name="title-9003__s010o004">
            <a:extLst xmlns:a="http://schemas.openxmlformats.org/drawingml/2006/main">
              <a:ext uri="{FF2B5EF4-FFF2-40B4-BE49-F238E27FC236}">
                <a16:creationId xmlns:a16="http://schemas.microsoft.com/office/drawing/2014/main" id="{727AAC93-530D-4BD2-989B-D7BD8FA8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自動振り分けで平均処理時間を40%短縮する</a:t>
            </a:r>
          </a:p>
        </p:txBody>
      </p:sp>
      <p:sp>
        <p:nvSpPr>
          <p:cNvPr id="5" name="rule-9004__s010o005">
            <a:extLst xmlns:a="http://schemas.openxmlformats.org/drawingml/2006/main">
              <a:ext uri="{FF2B5EF4-FFF2-40B4-BE49-F238E27FC236}">
                <a16:creationId xmlns:a16="http://schemas.microsoft.com/office/drawing/2014/main" id="{E4B64854-9B4F-45C6-99BB-D74ECBB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9005__s010o006">
            <a:extLst xmlns:a="http://schemas.openxmlformats.org/drawingml/2006/main">
              <a:ext uri="{FF2B5EF4-FFF2-40B4-BE49-F238E27FC236}">
                <a16:creationId xmlns:a16="http://schemas.microsoft.com/office/drawing/2014/main" id="{447F3B35-69B0-408E-A109-6BF65859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9006__s010o007">
            <a:extLst xmlns:a="http://schemas.openxmlformats.org/drawingml/2006/main">
              <a:ext uri="{FF2B5EF4-FFF2-40B4-BE49-F238E27FC236}">
                <a16:creationId xmlns:a16="http://schemas.microsoft.com/office/drawing/2014/main" id="{F0865746-FAFF-4B24-A2AB-C67AFB86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key-message-split  |  narrative  |  架空データ</a:t>
            </a:r>
          </a:p>
        </p:txBody>
      </p:sp>
      <p:sp>
        <p:nvSpPr>
          <p:cNvPr id="8" name="page-number-9007__s010o008">
            <a:extLst xmlns:a="http://schemas.openxmlformats.org/drawingml/2006/main">
              <a:ext uri="{FF2B5EF4-FFF2-40B4-BE49-F238E27FC236}">
                <a16:creationId xmlns:a16="http://schemas.microsoft.com/office/drawing/2014/main" id="{061CD73A-E0C5-48E3-A7A5-7752890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9" name="hero-number-9008__s010o009">
            <a:extLst xmlns:a="http://schemas.openxmlformats.org/drawingml/2006/main">
              <a:ext uri="{FF2B5EF4-FFF2-40B4-BE49-F238E27FC236}">
                <a16:creationId xmlns:a16="http://schemas.microsoft.com/office/drawing/2014/main" id="{8AEC4EC8-3748-4EE7-8BFA-3A8F95C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4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84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40%</a:t>
            </a:r>
          </a:p>
        </p:txBody>
      </p:sp>
      <p:sp>
        <p:nvSpPr>
          <p:cNvPr id="10" name="hero-note-9009__s010o010">
            <a:extLst xmlns:a="http://schemas.openxmlformats.org/drawingml/2006/main">
              <a:ext uri="{FF2B5EF4-FFF2-40B4-BE49-F238E27FC236}">
                <a16:creationId xmlns:a16="http://schemas.microsoft.com/office/drawing/2014/main" id="{9325EA92-90C6-4CCE-9CB0-180D190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平均処理時間の短縮</a:t>
            </a:r>
          </a:p>
        </p:txBody>
      </p:sp>
      <p:sp>
        <p:nvSpPr>
          <p:cNvPr id="11" name="evidence-panel-9010__s010o011">
            <a:extLst xmlns:a="http://schemas.openxmlformats.org/drawingml/2006/main">
              <a:ext uri="{FF2B5EF4-FFF2-40B4-BE49-F238E27FC236}">
                <a16:creationId xmlns:a16="http://schemas.microsoft.com/office/drawing/2014/main" id="{DE3A14C2-D838-41F5-86DA-B821A69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2" name="section-heading-9011__s010o012">
            <a:extLst xmlns:a="http://schemas.openxmlformats.org/drawingml/2006/main">
              <a:ext uri="{FF2B5EF4-FFF2-40B4-BE49-F238E27FC236}">
                <a16:creationId xmlns:a16="http://schemas.microsoft.com/office/drawing/2014/main" id="{F16B7881-57F0-48E7-AF23-57FB13B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短縮を支える二つの変更</a:t>
            </a:r>
          </a:p>
        </p:txBody>
      </p:sp>
      <p:sp>
        <p:nvSpPr>
          <p:cNvPr id="13" name="bullet-9012__s010o013">
            <a:extLst xmlns:a="http://schemas.openxmlformats.org/drawingml/2006/main">
              <a:ext uri="{FF2B5EF4-FFF2-40B4-BE49-F238E27FC236}">
                <a16:creationId xmlns:a16="http://schemas.microsoft.com/office/drawing/2014/main" id="{E696E262-04FE-457C-AA3A-D60CBA0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9013__s010o014">
            <a:extLst xmlns:a="http://schemas.openxmlformats.org/drawingml/2006/main">
              <a:ext uri="{FF2B5EF4-FFF2-40B4-BE49-F238E27FC236}">
                <a16:creationId xmlns:a16="http://schemas.microsoft.com/office/drawing/2014/main" id="{D5466E93-99C0-471D-8E03-BDD7330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受付時点で案件を分類</a:t>
            </a:r>
          </a:p>
        </p:txBody>
      </p:sp>
      <p:sp>
        <p:nvSpPr>
          <p:cNvPr id="15" name="bullet-9014__s010o015">
            <a:extLst xmlns:a="http://schemas.openxmlformats.org/drawingml/2006/main">
              <a:ext uri="{FF2B5EF4-FFF2-40B4-BE49-F238E27FC236}">
                <a16:creationId xmlns:a16="http://schemas.microsoft.com/office/drawing/2014/main" id="{324108D9-A7B6-445E-AF04-329DF5D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9015__s010o016">
            <a:extLst xmlns:a="http://schemas.openxmlformats.org/drawingml/2006/main">
              <a:ext uri="{FF2B5EF4-FFF2-40B4-BE49-F238E27FC236}">
                <a16:creationId xmlns:a16="http://schemas.microsoft.com/office/drawing/2014/main" id="{C86EE229-95EE-4583-9C4C-0935830A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類似案件の証跡を先に提示</a:t>
            </a:r>
          </a:p>
        </p:txBody>
      </p:sp>
      <p:sp>
        <p:nvSpPr>
          <p:cNvPr id="17" name="callout-9016__s010o017">
            <a:extLst xmlns:a="http://schemas.openxmlformats.org/drawingml/2006/main">
              <a:ext uri="{FF2B5EF4-FFF2-40B4-BE49-F238E27FC236}">
                <a16:creationId xmlns:a16="http://schemas.microsoft.com/office/drawing/2014/main" id="{74822C18-B53E-4C1D-ABF7-7AFCD57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callout-text-9017__s010o018">
            <a:extLst xmlns:a="http://schemas.openxmlformats.org/drawingml/2006/main">
              <a:ext uri="{FF2B5EF4-FFF2-40B4-BE49-F238E27FC236}">
                <a16:creationId xmlns:a16="http://schemas.microsoft.com/office/drawing/2014/main" id="{54A23E18-FA78-4843-A33E-5D8D638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例外処理は人が承認する</a:t>
            </a:r>
          </a:p>
        </p:txBody>
      </p:sp>
    </p:spTree>
    <p:extLst>
      <p:ext uri="{BB962C8B-B14F-4D97-AF65-F5344CB8AC3E}">
        <p14:creationId xmlns:p14="http://schemas.microsoft.com/office/powerpoint/2010/main" val="23981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1o001"/>
        <p:cNvGrpSpPr/>
        <p:nvPr/>
      </p:nvGrpSpPr>
      <p:grpSpPr>
        <a:xfrm xmlns:a="http://schemas.openxmlformats.org/drawingml/2006/main"/>
      </p:grpSpPr>
      <p:sp>
        <p:nvSpPr>
          <p:cNvPr id="2" name="label-10001__s011o002">
            <a:extLst xmlns:a="http://schemas.openxmlformats.org/drawingml/2006/main">
              <a:ext uri="{FF2B5EF4-FFF2-40B4-BE49-F238E27FC236}">
                <a16:creationId xmlns:a16="http://schemas.microsoft.com/office/drawing/2014/main" id="{6223ACD3-89B0-4705-AFCC-7447D1C6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0002__s011o003">
            <a:extLst xmlns:a="http://schemas.openxmlformats.org/drawingml/2006/main">
              <a:ext uri="{FF2B5EF4-FFF2-40B4-BE49-F238E27FC236}">
                <a16:creationId xmlns:a16="http://schemas.microsoft.com/office/drawing/2014/main" id="{15BCB44A-A1A5-45DE-9937-019DD8B3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背景と変化</a:t>
            </a:r>
          </a:p>
        </p:txBody>
      </p:sp>
      <p:sp>
        <p:nvSpPr>
          <p:cNvPr id="4" name="title-10003__s011o004">
            <a:extLst xmlns:a="http://schemas.openxmlformats.org/drawingml/2006/main">
              <a:ext uri="{FF2B5EF4-FFF2-40B4-BE49-F238E27FC236}">
                <a16:creationId xmlns:a16="http://schemas.microsoft.com/office/drawing/2014/main" id="{86CF03F1-271F-4F62-B26F-0976E41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案件増と人員制約で、現行運用は限界に近い</a:t>
            </a:r>
          </a:p>
        </p:txBody>
      </p:sp>
      <p:sp>
        <p:nvSpPr>
          <p:cNvPr id="5" name="rule-10004__s011o005">
            <a:extLst xmlns:a="http://schemas.openxmlformats.org/drawingml/2006/main">
              <a:ext uri="{FF2B5EF4-FFF2-40B4-BE49-F238E27FC236}">
                <a16:creationId xmlns:a16="http://schemas.microsoft.com/office/drawing/2014/main" id="{B0CA2674-6102-47C1-AD70-CEC5D06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0005__s011o006">
            <a:extLst xmlns:a="http://schemas.openxmlformats.org/drawingml/2006/main">
              <a:ext uri="{FF2B5EF4-FFF2-40B4-BE49-F238E27FC236}">
                <a16:creationId xmlns:a16="http://schemas.microsoft.com/office/drawing/2014/main" id="{CCBC36F2-3245-4EAB-8B3A-A86D14C3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0006__s011o007">
            <a:extLst xmlns:a="http://schemas.openxmlformats.org/drawingml/2006/main">
              <a:ext uri="{FF2B5EF4-FFF2-40B4-BE49-F238E27FC236}">
                <a16:creationId xmlns:a16="http://schemas.microsoft.com/office/drawing/2014/main" id="{105F3813-7F8C-4070-80E9-B23CDA2B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context-background  |  narrative  |  架空データ</a:t>
            </a:r>
          </a:p>
        </p:txBody>
      </p:sp>
      <p:sp>
        <p:nvSpPr>
          <p:cNvPr id="8" name="page-number-10007__s011o008">
            <a:extLst xmlns:a="http://schemas.openxmlformats.org/drawingml/2006/main">
              <a:ext uri="{FF2B5EF4-FFF2-40B4-BE49-F238E27FC236}">
                <a16:creationId xmlns:a16="http://schemas.microsoft.com/office/drawing/2014/main" id="{9F8A2470-87E2-427D-87AB-B8AFEC3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9" name="callout-10008__s011o009">
            <a:extLst xmlns:a="http://schemas.openxmlformats.org/drawingml/2006/main">
              <a:ext uri="{FF2B5EF4-FFF2-40B4-BE49-F238E27FC236}">
                <a16:creationId xmlns:a16="http://schemas.microsoft.com/office/drawing/2014/main" id="{057D3C22-9ED6-46E6-9C17-1DBDFC5C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callout-text-10009__s011o010">
            <a:extLst xmlns:a="http://schemas.openxmlformats.org/drawingml/2006/main">
              <a:ext uri="{FF2B5EF4-FFF2-40B4-BE49-F238E27FC236}">
                <a16:creationId xmlns:a16="http://schemas.microsoft.com/office/drawing/2014/main" id="{CDDC9A67-7194-4351-AD96-7ECED9B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問い合わせ件数は増える一方、判断できる担当者は増えていない</a:t>
            </a:r>
          </a:p>
        </p:txBody>
      </p:sp>
      <p:sp>
        <p:nvSpPr>
          <p:cNvPr id="11" name="metric-panel-10010__s011o011">
            <a:extLst xmlns:a="http://schemas.openxmlformats.org/drawingml/2006/main">
              <a:ext uri="{FF2B5EF4-FFF2-40B4-BE49-F238E27FC236}">
                <a16:creationId xmlns:a16="http://schemas.microsoft.com/office/drawing/2014/main" id="{44C21114-899A-4DC0-A454-80BE85B3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19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2" name="metric-label-10011__s011o012">
            <a:extLst xmlns:a="http://schemas.openxmlformats.org/drawingml/2006/main">
              <a:ext uri="{FF2B5EF4-FFF2-40B4-BE49-F238E27FC236}">
                <a16:creationId xmlns:a16="http://schemas.microsoft.com/office/drawing/2014/main" id="{E73AC81A-924B-4B5F-8C0D-CE6DDC8C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年間案件数</a:t>
            </a:r>
          </a:p>
        </p:txBody>
      </p:sp>
      <p:sp>
        <p:nvSpPr>
          <p:cNvPr id="13" name="metric-value-10012__s011o013">
            <a:extLst xmlns:a="http://schemas.openxmlformats.org/drawingml/2006/main">
              <a:ext uri="{FF2B5EF4-FFF2-40B4-BE49-F238E27FC236}">
                <a16:creationId xmlns:a16="http://schemas.microsoft.com/office/drawing/2014/main" id="{71AB764A-893A-4CC0-B862-42ED4137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+28%</a:t>
            </a:r>
          </a:p>
        </p:txBody>
      </p:sp>
      <p:sp>
        <p:nvSpPr>
          <p:cNvPr id="14" name="metric-note-10013__s011o014">
            <a:extLst xmlns:a="http://schemas.openxmlformats.org/drawingml/2006/main">
              <a:ext uri="{FF2B5EF4-FFF2-40B4-BE49-F238E27FC236}">
                <a16:creationId xmlns:a16="http://schemas.microsoft.com/office/drawing/2014/main" id="{91EDA74E-2777-48E2-B134-E7AA2B1D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前年対比</a:t>
            </a:r>
          </a:p>
        </p:txBody>
      </p:sp>
      <p:sp>
        <p:nvSpPr>
          <p:cNvPr id="15" name="metric-panel-10014__s011o015">
            <a:extLst xmlns:a="http://schemas.openxmlformats.org/drawingml/2006/main">
              <a:ext uri="{FF2B5EF4-FFF2-40B4-BE49-F238E27FC236}">
                <a16:creationId xmlns:a16="http://schemas.microsoft.com/office/drawing/2014/main" id="{769A9649-F03D-4375-BF65-BD76DE6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24150"/>
            <a:ext cx="2419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6" name="metric-label-10015__s011o016">
            <a:extLst xmlns:a="http://schemas.openxmlformats.org/drawingml/2006/main">
              <a:ext uri="{FF2B5EF4-FFF2-40B4-BE49-F238E27FC236}">
                <a16:creationId xmlns:a16="http://schemas.microsoft.com/office/drawing/2014/main" id="{7609F713-E89A-4F76-A91B-83E4C54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有識者</a:t>
            </a:r>
          </a:p>
        </p:txBody>
      </p:sp>
      <p:sp>
        <p:nvSpPr>
          <p:cNvPr id="17" name="metric-value-10016__s011o017">
            <a:extLst xmlns:a="http://schemas.openxmlformats.org/drawingml/2006/main">
              <a:ext uri="{FF2B5EF4-FFF2-40B4-BE49-F238E27FC236}">
                <a16:creationId xmlns:a16="http://schemas.microsoft.com/office/drawing/2014/main" id="{419CED76-1BDD-4C70-8579-7C72E9F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3名</a:t>
            </a:r>
          </a:p>
        </p:txBody>
      </p:sp>
      <p:sp>
        <p:nvSpPr>
          <p:cNvPr id="18" name="metric-note-10017__s011o018">
            <a:extLst xmlns:a="http://schemas.openxmlformats.org/drawingml/2006/main">
              <a:ext uri="{FF2B5EF4-FFF2-40B4-BE49-F238E27FC236}">
                <a16:creationId xmlns:a16="http://schemas.microsoft.com/office/drawing/2014/main" id="{68A75300-F32A-4BF4-BA50-F0B092A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属人化</a:t>
            </a:r>
          </a:p>
        </p:txBody>
      </p:sp>
      <p:sp>
        <p:nvSpPr>
          <p:cNvPr id="19" name="metric-panel-10018__s011o019">
            <a:extLst xmlns:a="http://schemas.openxmlformats.org/drawingml/2006/main">
              <a:ext uri="{FF2B5EF4-FFF2-40B4-BE49-F238E27FC236}">
                <a16:creationId xmlns:a16="http://schemas.microsoft.com/office/drawing/2014/main" id="{13135F57-3B17-4096-A854-E2DB030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419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0" name="metric-label-10019__s011o020">
            <a:extLst xmlns:a="http://schemas.openxmlformats.org/drawingml/2006/main">
              <a:ext uri="{FF2B5EF4-FFF2-40B4-BE49-F238E27FC236}">
                <a16:creationId xmlns:a16="http://schemas.microsoft.com/office/drawing/2014/main" id="{54723A99-DC9F-40EE-9D2D-70A0707A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平均回答</a:t>
            </a:r>
          </a:p>
        </p:txBody>
      </p:sp>
      <p:sp>
        <p:nvSpPr>
          <p:cNvPr id="21" name="metric-value-10020__s011o021">
            <a:extLst xmlns:a="http://schemas.openxmlformats.org/drawingml/2006/main">
              <a:ext uri="{FF2B5EF4-FFF2-40B4-BE49-F238E27FC236}">
                <a16:creationId xmlns:a16="http://schemas.microsoft.com/office/drawing/2014/main" id="{B4F9BC17-1D89-4528-907E-78F688C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5.2日</a:t>
            </a:r>
          </a:p>
        </p:txBody>
      </p:sp>
      <p:sp>
        <p:nvSpPr>
          <p:cNvPr id="22" name="metric-note-10021__s011o022">
            <a:extLst xmlns:a="http://schemas.openxmlformats.org/drawingml/2006/main">
              <a:ext uri="{FF2B5EF4-FFF2-40B4-BE49-F238E27FC236}">
                <a16:creationId xmlns:a16="http://schemas.microsoft.com/office/drawing/2014/main" id="{FDCB459F-9A78-465E-9A18-9649B16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目標3日</a:t>
            </a:r>
          </a:p>
        </p:txBody>
      </p:sp>
      <p:sp>
        <p:nvSpPr>
          <p:cNvPr id="23" name="metric-panel-10022__s011o023">
            <a:extLst xmlns:a="http://schemas.openxmlformats.org/drawingml/2006/main">
              <a:ext uri="{FF2B5EF4-FFF2-40B4-BE49-F238E27FC236}">
                <a16:creationId xmlns:a16="http://schemas.microsoft.com/office/drawing/2014/main" id="{D4C57E38-8C0C-45CA-8ED7-DC289A67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419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4" name="metric-label-10023__s011o024">
            <a:extLst xmlns:a="http://schemas.openxmlformats.org/drawingml/2006/main">
              <a:ext uri="{FF2B5EF4-FFF2-40B4-BE49-F238E27FC236}">
                <a16:creationId xmlns:a16="http://schemas.microsoft.com/office/drawing/2014/main" id="{0C4465FF-3C3F-4919-B1E8-4D23C5D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差戻し率</a:t>
            </a:r>
          </a:p>
        </p:txBody>
      </p:sp>
      <p:sp>
        <p:nvSpPr>
          <p:cNvPr id="25" name="metric-value-10024__s011o025">
            <a:extLst xmlns:a="http://schemas.openxmlformats.org/drawingml/2006/main">
              <a:ext uri="{FF2B5EF4-FFF2-40B4-BE49-F238E27FC236}">
                <a16:creationId xmlns:a16="http://schemas.microsoft.com/office/drawing/2014/main" id="{59A48AD3-21CA-4612-9F8E-27C29DCB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18%</a:t>
            </a:r>
          </a:p>
        </p:txBody>
      </p:sp>
      <p:sp>
        <p:nvSpPr>
          <p:cNvPr id="26" name="metric-note-10025__s011o026">
            <a:extLst xmlns:a="http://schemas.openxmlformats.org/drawingml/2006/main">
              <a:ext uri="{FF2B5EF4-FFF2-40B4-BE49-F238E27FC236}">
                <a16:creationId xmlns:a16="http://schemas.microsoft.com/office/drawing/2014/main" id="{115DC34E-2AFF-477B-9DCE-9F6A06F3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入力不備</a:t>
            </a:r>
          </a:p>
        </p:txBody>
      </p:sp>
      <p:sp>
        <p:nvSpPr>
          <p:cNvPr id="27" name="callout-10026__s011o027">
            <a:extLst xmlns:a="http://schemas.openxmlformats.org/drawingml/2006/main">
              <a:ext uri="{FF2B5EF4-FFF2-40B4-BE49-F238E27FC236}">
                <a16:creationId xmlns:a16="http://schemas.microsoft.com/office/drawing/2014/main" id="{0B7E42AF-F823-4BDA-8BC3-6F1878B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callout-text-10027__s011o028">
            <a:extLst xmlns:a="http://schemas.openxmlformats.org/drawingml/2006/main">
              <a:ext uri="{FF2B5EF4-FFF2-40B4-BE49-F238E27FC236}">
                <a16:creationId xmlns:a16="http://schemas.microsoft.com/office/drawing/2014/main" id="{22DD1B09-BC78-4354-957C-3EFFFA03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示唆：受付、証跡提示、承認を分離し、担当者は判断へ集中する</a:t>
            </a:r>
          </a:p>
        </p:txBody>
      </p:sp>
    </p:spTree>
    <p:extLst>
      <p:ext uri="{BB962C8B-B14F-4D97-AF65-F5344CB8AC3E}">
        <p14:creationId xmlns:p14="http://schemas.microsoft.com/office/powerpoint/2010/main" val="685643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2o001"/>
        <p:cNvGrpSpPr/>
        <p:nvPr/>
      </p:nvGrpSpPr>
      <p:grpSpPr>
        <a:xfrm xmlns:a="http://schemas.openxmlformats.org/drawingml/2006/main"/>
      </p:grpSpPr>
      <p:sp>
        <p:nvSpPr>
          <p:cNvPr id="2" name="label-11001__s012o002">
            <a:extLst xmlns:a="http://schemas.openxmlformats.org/drawingml/2006/main">
              <a:ext uri="{FF2B5EF4-FFF2-40B4-BE49-F238E27FC236}">
                <a16:creationId xmlns:a16="http://schemas.microsoft.com/office/drawing/2014/main" id="{766961C7-86FB-4D30-9A40-6E899B2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1002__s012o003">
            <a:extLst xmlns:a="http://schemas.openxmlformats.org/drawingml/2006/main">
              <a:ext uri="{FF2B5EF4-FFF2-40B4-BE49-F238E27FC236}">
                <a16:creationId xmlns:a16="http://schemas.microsoft.com/office/drawing/2014/main" id="{558FF531-F639-4A13-B0D6-9E1A15AC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症状・原因・影響</a:t>
            </a:r>
          </a:p>
        </p:txBody>
      </p:sp>
      <p:sp>
        <p:nvSpPr>
          <p:cNvPr id="4" name="title-11003__s012o004">
            <a:extLst xmlns:a="http://schemas.openxmlformats.org/drawingml/2006/main">
              <a:ext uri="{FF2B5EF4-FFF2-40B4-BE49-F238E27FC236}">
                <a16:creationId xmlns:a16="http://schemas.microsoft.com/office/drawing/2014/main" id="{BA405073-3338-4E94-8C7D-CF42489B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影響調査の長期化は、役割の混在が原因である</a:t>
            </a:r>
          </a:p>
        </p:txBody>
      </p:sp>
      <p:sp>
        <p:nvSpPr>
          <p:cNvPr id="5" name="rule-11004__s012o005">
            <a:extLst xmlns:a="http://schemas.openxmlformats.org/drawingml/2006/main">
              <a:ext uri="{FF2B5EF4-FFF2-40B4-BE49-F238E27FC236}">
                <a16:creationId xmlns:a16="http://schemas.microsoft.com/office/drawing/2014/main" id="{D1D47D51-D102-4D11-B5DE-69B3ADD6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1005__s012o006">
            <a:extLst xmlns:a="http://schemas.openxmlformats.org/drawingml/2006/main">
              <a:ext uri="{FF2B5EF4-FFF2-40B4-BE49-F238E27FC236}">
                <a16:creationId xmlns:a16="http://schemas.microsoft.com/office/drawing/2014/main" id="{64650FC4-D109-42A4-B7E2-1F53A8BD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1006__s012o007">
            <a:extLst xmlns:a="http://schemas.openxmlformats.org/drawingml/2006/main">
              <a:ext uri="{FF2B5EF4-FFF2-40B4-BE49-F238E27FC236}">
                <a16:creationId xmlns:a16="http://schemas.microsoft.com/office/drawing/2014/main" id="{BECF4442-72B7-4440-BC7F-C659ABAE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problem-definition  |  narrative  |  架空データ</a:t>
            </a:r>
          </a:p>
        </p:txBody>
      </p:sp>
      <p:sp>
        <p:nvSpPr>
          <p:cNvPr id="8" name="page-number-11007__s012o008">
            <a:extLst xmlns:a="http://schemas.openxmlformats.org/drawingml/2006/main">
              <a:ext uri="{FF2B5EF4-FFF2-40B4-BE49-F238E27FC236}">
                <a16:creationId xmlns:a16="http://schemas.microsoft.com/office/drawing/2014/main" id="{30A09B2B-6D27-49FF-8DFF-3327874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9" name="callout-11008__s012o009">
            <a:extLst xmlns:a="http://schemas.openxmlformats.org/drawingml/2006/main">
              <a:ext uri="{FF2B5EF4-FFF2-40B4-BE49-F238E27FC236}">
                <a16:creationId xmlns:a16="http://schemas.microsoft.com/office/drawing/2014/main" id="{156521D3-4BE0-4FDA-BABA-D038474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callout-text-11009__s012o010">
            <a:extLst xmlns:a="http://schemas.openxmlformats.org/drawingml/2006/main">
              <a:ext uri="{FF2B5EF4-FFF2-40B4-BE49-F238E27FC236}">
                <a16:creationId xmlns:a16="http://schemas.microsoft.com/office/drawing/2014/main" id="{FFC2F708-AE66-464F-877F-F5B628F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問題：同じ担当者が探索から承認まで抱え、待ち時間が連鎖する</a:t>
            </a:r>
          </a:p>
        </p:txBody>
      </p:sp>
      <p:sp>
        <p:nvSpPr>
          <p:cNvPr id="11" name="cause-panel-11010__s012o011">
            <a:extLst xmlns:a="http://schemas.openxmlformats.org/drawingml/2006/main">
              <a:ext uri="{FF2B5EF4-FFF2-40B4-BE49-F238E27FC236}">
                <a16:creationId xmlns:a16="http://schemas.microsoft.com/office/drawing/2014/main" id="{DD2ED61E-B0AD-4378-89E4-B9BDA646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2004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2" name="cause-accent-11011__s012o012">
            <a:extLst xmlns:a="http://schemas.openxmlformats.org/drawingml/2006/main">
              <a:ext uri="{FF2B5EF4-FFF2-40B4-BE49-F238E27FC236}">
                <a16:creationId xmlns:a16="http://schemas.microsoft.com/office/drawing/2014/main" id="{75356A2C-B924-4BF3-B970-7116B3B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76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tion-heading-11012__s012o013">
            <a:extLst xmlns:a="http://schemas.openxmlformats.org/drawingml/2006/main">
              <a:ext uri="{FF2B5EF4-FFF2-40B4-BE49-F238E27FC236}">
                <a16:creationId xmlns:a16="http://schemas.microsoft.com/office/drawing/2014/main" id="{A7E024C2-3976-4EA5-B448-C97FF685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観測事象</a:t>
            </a:r>
          </a:p>
        </p:txBody>
      </p:sp>
      <p:sp>
        <p:nvSpPr>
          <p:cNvPr id="14" name="bullet-11013__s012o014">
            <a:extLst xmlns:a="http://schemas.openxmlformats.org/drawingml/2006/main">
              <a:ext uri="{FF2B5EF4-FFF2-40B4-BE49-F238E27FC236}">
                <a16:creationId xmlns:a16="http://schemas.microsoft.com/office/drawing/2014/main" id="{A2F105E5-31DF-4BBA-882D-3A4E191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11014__s012o015">
            <a:extLst xmlns:a="http://schemas.openxmlformats.org/drawingml/2006/main">
              <a:ext uri="{FF2B5EF4-FFF2-40B4-BE49-F238E27FC236}">
                <a16:creationId xmlns:a16="http://schemas.microsoft.com/office/drawing/2014/main" id="{1B7E77B1-DEE0-4028-A68A-13145562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回答が遅い</a:t>
            </a:r>
          </a:p>
        </p:txBody>
      </p:sp>
      <p:sp>
        <p:nvSpPr>
          <p:cNvPr id="16" name="bullet-11015__s012o016">
            <a:extLst xmlns:a="http://schemas.openxmlformats.org/drawingml/2006/main">
              <a:ext uri="{FF2B5EF4-FFF2-40B4-BE49-F238E27FC236}">
                <a16:creationId xmlns:a16="http://schemas.microsoft.com/office/drawing/2014/main" id="{2D014A6F-E485-43F4-AB38-41788FF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1016__s012o017">
            <a:extLst xmlns:a="http://schemas.openxmlformats.org/drawingml/2006/main">
              <a:ext uri="{FF2B5EF4-FFF2-40B4-BE49-F238E27FC236}">
                <a16:creationId xmlns:a16="http://schemas.microsoft.com/office/drawing/2014/main" id="{D52C94B6-8B6C-42B2-BC22-8300DEF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調査範囲が揺れる</a:t>
            </a:r>
          </a:p>
        </p:txBody>
      </p:sp>
      <p:sp>
        <p:nvSpPr>
          <p:cNvPr id="18" name="bullet-11017__s012o018">
            <a:extLst xmlns:a="http://schemas.openxmlformats.org/drawingml/2006/main">
              <a:ext uri="{FF2B5EF4-FFF2-40B4-BE49-F238E27FC236}">
                <a16:creationId xmlns:a16="http://schemas.microsoft.com/office/drawing/2014/main" id="{8343C1B5-8DA4-4477-B8A7-FEB7A91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11018__s012o019">
            <a:extLst xmlns:a="http://schemas.openxmlformats.org/drawingml/2006/main">
              <a:ext uri="{FF2B5EF4-FFF2-40B4-BE49-F238E27FC236}">
                <a16:creationId xmlns:a16="http://schemas.microsoft.com/office/drawing/2014/main" id="{6AA38B16-7D59-4308-900D-276B34B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再確認が増える</a:t>
            </a:r>
          </a:p>
        </p:txBody>
      </p:sp>
      <p:sp>
        <p:nvSpPr>
          <p:cNvPr id="20" name="cause-panel-11019__s012o020">
            <a:extLst xmlns:a="http://schemas.openxmlformats.org/drawingml/2006/main">
              <a:ext uri="{FF2B5EF4-FFF2-40B4-BE49-F238E27FC236}">
                <a16:creationId xmlns:a16="http://schemas.microsoft.com/office/drawing/2014/main" id="{B269420C-59C1-476D-8BB5-22ABC3A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2004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1" name="cause-accent-11020__s012o021">
            <a:extLst xmlns:a="http://schemas.openxmlformats.org/drawingml/2006/main">
              <a:ext uri="{FF2B5EF4-FFF2-40B4-BE49-F238E27FC236}">
                <a16:creationId xmlns:a16="http://schemas.microsoft.com/office/drawing/2014/main" id="{506264B6-5E89-45C9-B4E7-3A61DDE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76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ction-heading-11021__s012o022">
            <a:extLst xmlns:a="http://schemas.openxmlformats.org/drawingml/2006/main">
              <a:ext uri="{FF2B5EF4-FFF2-40B4-BE49-F238E27FC236}">
                <a16:creationId xmlns:a16="http://schemas.microsoft.com/office/drawing/2014/main" id="{F88DC067-D299-42C1-BDA1-4DE7B82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主要原因</a:t>
            </a:r>
          </a:p>
        </p:txBody>
      </p:sp>
      <p:sp>
        <p:nvSpPr>
          <p:cNvPr id="23" name="bullet-11022__s012o023">
            <a:extLst xmlns:a="http://schemas.openxmlformats.org/drawingml/2006/main">
              <a:ext uri="{FF2B5EF4-FFF2-40B4-BE49-F238E27FC236}">
                <a16:creationId xmlns:a16="http://schemas.microsoft.com/office/drawing/2014/main" id="{1170F7EC-0896-45D2-B8C0-5415B302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1023__s012o024">
            <a:extLst xmlns:a="http://schemas.openxmlformats.org/drawingml/2006/main">
              <a:ext uri="{FF2B5EF4-FFF2-40B4-BE49-F238E27FC236}">
                <a16:creationId xmlns:a16="http://schemas.microsoft.com/office/drawing/2014/main" id="{F5F16CC3-927C-4328-A2A1-59E9AE32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母集団が未定義</a:t>
            </a:r>
          </a:p>
        </p:txBody>
      </p:sp>
      <p:sp>
        <p:nvSpPr>
          <p:cNvPr id="25" name="bullet-11024__s012o025">
            <a:extLst xmlns:a="http://schemas.openxmlformats.org/drawingml/2006/main">
              <a:ext uri="{FF2B5EF4-FFF2-40B4-BE49-F238E27FC236}">
                <a16:creationId xmlns:a16="http://schemas.microsoft.com/office/drawing/2014/main" id="{41468129-2ADE-4081-81DF-D3453FA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1025__s012o026">
            <a:extLst xmlns:a="http://schemas.openxmlformats.org/drawingml/2006/main">
              <a:ext uri="{FF2B5EF4-FFF2-40B4-BE49-F238E27FC236}">
                <a16:creationId xmlns:a16="http://schemas.microsoft.com/office/drawing/2014/main" id="{C61C93C2-DC30-4918-AD20-D468B75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290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根拠形式が不統一</a:t>
            </a:r>
          </a:p>
        </p:txBody>
      </p:sp>
      <p:sp>
        <p:nvSpPr>
          <p:cNvPr id="27" name="bullet-11026__s012o027">
            <a:extLst xmlns:a="http://schemas.openxmlformats.org/drawingml/2006/main">
              <a:ext uri="{FF2B5EF4-FFF2-40B4-BE49-F238E27FC236}">
                <a16:creationId xmlns:a16="http://schemas.microsoft.com/office/drawing/2014/main" id="{6FC4AC4D-5B94-4482-9018-620E748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text-11027__s012o028">
            <a:extLst xmlns:a="http://schemas.openxmlformats.org/drawingml/2006/main">
              <a:ext uri="{FF2B5EF4-FFF2-40B4-BE49-F238E27FC236}">
                <a16:creationId xmlns:a16="http://schemas.microsoft.com/office/drawing/2014/main" id="{E248E43D-0A24-441A-9A37-95C7276D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責任境界が曖昧</a:t>
            </a:r>
          </a:p>
        </p:txBody>
      </p:sp>
      <p:sp>
        <p:nvSpPr>
          <p:cNvPr id="29" name="cause-panel-11028__s012o029">
            <a:extLst xmlns:a="http://schemas.openxmlformats.org/drawingml/2006/main">
              <a:ext uri="{FF2B5EF4-FFF2-40B4-BE49-F238E27FC236}">
                <a16:creationId xmlns:a16="http://schemas.microsoft.com/office/drawing/2014/main" id="{D8B7F90F-24FA-4C2C-9947-30698128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32004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0" name="cause-accent-11029__s012o030">
            <a:extLst xmlns:a="http://schemas.openxmlformats.org/drawingml/2006/main">
              <a:ext uri="{FF2B5EF4-FFF2-40B4-BE49-F238E27FC236}">
                <a16:creationId xmlns:a16="http://schemas.microsoft.com/office/drawing/2014/main" id="{F59A7D79-A26A-44AC-87C8-BE18C2F6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76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ction-heading-11030__s012o031">
            <a:extLst xmlns:a="http://schemas.openxmlformats.org/drawingml/2006/main">
              <a:ext uri="{FF2B5EF4-FFF2-40B4-BE49-F238E27FC236}">
                <a16:creationId xmlns:a16="http://schemas.microsoft.com/office/drawing/2014/main" id="{F3A41B57-CC51-41C2-A967-C1CDBE2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業務影響</a:t>
            </a:r>
          </a:p>
        </p:txBody>
      </p:sp>
      <p:sp>
        <p:nvSpPr>
          <p:cNvPr id="32" name="bullet-11031__s012o032">
            <a:extLst xmlns:a="http://schemas.openxmlformats.org/drawingml/2006/main">
              <a:ext uri="{FF2B5EF4-FFF2-40B4-BE49-F238E27FC236}">
                <a16:creationId xmlns:a16="http://schemas.microsoft.com/office/drawing/2014/main" id="{C4FD148E-6519-42C7-BFF6-674B0E6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ullet-text-11032__s012o033">
            <a:extLst xmlns:a="http://schemas.openxmlformats.org/drawingml/2006/main">
              <a:ext uri="{FF2B5EF4-FFF2-40B4-BE49-F238E27FC236}">
                <a16:creationId xmlns:a16="http://schemas.microsoft.com/office/drawing/2014/main" id="{632C526F-B5C6-4E8F-B8D1-1263B978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案件判断が遅延</a:t>
            </a:r>
          </a:p>
        </p:txBody>
      </p:sp>
      <p:sp>
        <p:nvSpPr>
          <p:cNvPr id="34" name="bullet-11033__s012o034">
            <a:extLst xmlns:a="http://schemas.openxmlformats.org/drawingml/2006/main">
              <a:ext uri="{FF2B5EF4-FFF2-40B4-BE49-F238E27FC236}">
                <a16:creationId xmlns:a16="http://schemas.microsoft.com/office/drawing/2014/main" id="{5D4D7827-D082-49BC-9D93-BC5C403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ullet-text-11034__s012o035">
            <a:extLst xmlns:a="http://schemas.openxmlformats.org/drawingml/2006/main">
              <a:ext uri="{FF2B5EF4-FFF2-40B4-BE49-F238E27FC236}">
                <a16:creationId xmlns:a16="http://schemas.microsoft.com/office/drawing/2014/main" id="{636C1CFA-A205-4DC0-9568-66D1B81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手戻りが発生</a:t>
            </a:r>
          </a:p>
        </p:txBody>
      </p:sp>
      <p:sp>
        <p:nvSpPr>
          <p:cNvPr id="36" name="bullet-11035__s012o036">
            <a:extLst xmlns:a="http://schemas.openxmlformats.org/drawingml/2006/main">
              <a:ext uri="{FF2B5EF4-FFF2-40B4-BE49-F238E27FC236}">
                <a16:creationId xmlns:a16="http://schemas.microsoft.com/office/drawing/2014/main" id="{EA332FFC-09C1-4C29-9BF2-19AD0961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ullet-text-11036__s012o037">
            <a:extLst xmlns:a="http://schemas.openxmlformats.org/drawingml/2006/main">
              <a:ext uri="{FF2B5EF4-FFF2-40B4-BE49-F238E27FC236}">
                <a16:creationId xmlns:a16="http://schemas.microsoft.com/office/drawing/2014/main" id="{9D8AA0B1-FAE7-4F1B-9F24-45817345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監査説明が困難</a:t>
            </a:r>
          </a:p>
        </p:txBody>
      </p:sp>
    </p:spTree>
    <p:extLst>
      <p:ext uri="{BB962C8B-B14F-4D97-AF65-F5344CB8AC3E}">
        <p14:creationId xmlns:p14="http://schemas.microsoft.com/office/powerpoint/2010/main" val="1457153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3o001"/>
        <p:cNvGrpSpPr/>
        <p:nvPr/>
      </p:nvGrpSpPr>
      <p:grpSpPr>
        <a:xfrm xmlns:a="http://schemas.openxmlformats.org/drawingml/2006/main"/>
      </p:grpSpPr>
      <p:sp>
        <p:nvSpPr>
          <p:cNvPr id="2" name="label-12001__s013o002">
            <a:extLst xmlns:a="http://schemas.openxmlformats.org/drawingml/2006/main">
              <a:ext uri="{FF2B5EF4-FFF2-40B4-BE49-F238E27FC236}">
                <a16:creationId xmlns:a16="http://schemas.microsoft.com/office/drawing/2014/main" id="{F2C24A47-93B6-44BC-83CB-C5B067A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2002__s013o003">
            <a:extLst xmlns:a="http://schemas.openxmlformats.org/drawingml/2006/main">
              <a:ext uri="{FF2B5EF4-FFF2-40B4-BE49-F238E27FC236}">
                <a16:creationId xmlns:a16="http://schemas.microsoft.com/office/drawing/2014/main" id="{ADB7A1E0-BAA1-4548-AFD4-0CBE539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目的・対象・成功条件</a:t>
            </a:r>
          </a:p>
        </p:txBody>
      </p:sp>
      <p:sp>
        <p:nvSpPr>
          <p:cNvPr id="4" name="title-12003__s013o004">
            <a:extLst xmlns:a="http://schemas.openxmlformats.org/drawingml/2006/main">
              <a:ext uri="{FF2B5EF4-FFF2-40B4-BE49-F238E27FC236}">
                <a16:creationId xmlns:a16="http://schemas.microsoft.com/office/drawing/2014/main" id="{AA6E9995-09B5-4DED-B49E-1BA2B0E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対象と完了条件を固定し、試行を評価可能にする</a:t>
            </a:r>
          </a:p>
        </p:txBody>
      </p:sp>
      <p:sp>
        <p:nvSpPr>
          <p:cNvPr id="5" name="rule-12004__s013o005">
            <a:extLst xmlns:a="http://schemas.openxmlformats.org/drawingml/2006/main">
              <a:ext uri="{FF2B5EF4-FFF2-40B4-BE49-F238E27FC236}">
                <a16:creationId xmlns:a16="http://schemas.microsoft.com/office/drawing/2014/main" id="{1E382654-23CC-4A8A-9381-001C3CB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2005__s013o006">
            <a:extLst xmlns:a="http://schemas.openxmlformats.org/drawingml/2006/main">
              <a:ext uri="{FF2B5EF4-FFF2-40B4-BE49-F238E27FC236}">
                <a16:creationId xmlns:a16="http://schemas.microsoft.com/office/drawing/2014/main" id="{D5A9B7F6-FB80-46E8-86F8-6DF852C9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2006__s013o007">
            <a:extLst xmlns:a="http://schemas.openxmlformats.org/drawingml/2006/main">
              <a:ext uri="{FF2B5EF4-FFF2-40B4-BE49-F238E27FC236}">
                <a16:creationId xmlns:a16="http://schemas.microsoft.com/office/drawing/2014/main" id="{7F1C0976-8FC5-4834-9B41-B8CE170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objective-scope  |  narrative  |  架空データ</a:t>
            </a:r>
          </a:p>
        </p:txBody>
      </p:sp>
      <p:sp>
        <p:nvSpPr>
          <p:cNvPr id="8" name="page-number-12007__s013o008">
            <a:extLst xmlns:a="http://schemas.openxmlformats.org/drawingml/2006/main">
              <a:ext uri="{FF2B5EF4-FFF2-40B4-BE49-F238E27FC236}">
                <a16:creationId xmlns:a16="http://schemas.microsoft.com/office/drawing/2014/main" id="{94191D84-94B4-4177-B940-F981A98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9" name="callout-12008__s013o009">
            <a:extLst xmlns:a="http://schemas.openxmlformats.org/drawingml/2006/main">
              <a:ext uri="{FF2B5EF4-FFF2-40B4-BE49-F238E27FC236}">
                <a16:creationId xmlns:a16="http://schemas.microsoft.com/office/drawing/2014/main" id="{D12CF0A2-0EF0-41DE-9A1B-17CEF9A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callout-text-12009__s013o010">
            <a:extLst xmlns:a="http://schemas.openxmlformats.org/drawingml/2006/main">
              <a:ext uri="{FF2B5EF4-FFF2-40B4-BE49-F238E27FC236}">
                <a16:creationId xmlns:a16="http://schemas.microsoft.com/office/drawing/2014/main" id="{4206F0C5-24FC-4B42-8DDB-080AFED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目的：影響調査の再現率と証跡品質を、限定範囲で検証する</a:t>
            </a:r>
          </a:p>
        </p:txBody>
      </p:sp>
      <p:sp>
        <p:nvSpPr>
          <p:cNvPr id="11" name="scope-panel-12010__s013o011">
            <a:extLst xmlns:a="http://schemas.openxmlformats.org/drawingml/2006/main">
              <a:ext uri="{FF2B5EF4-FFF2-40B4-BE49-F238E27FC236}">
                <a16:creationId xmlns:a16="http://schemas.microsoft.com/office/drawing/2014/main" id="{C6C81A54-C4E2-4884-921C-72CBA227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00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section-heading-12011__s013o012">
            <a:extLst xmlns:a="http://schemas.openxmlformats.org/drawingml/2006/main">
              <a:ext uri="{FF2B5EF4-FFF2-40B4-BE49-F238E27FC236}">
                <a16:creationId xmlns:a16="http://schemas.microsoft.com/office/drawing/2014/main" id="{5FED937B-386D-4947-83B0-0158214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対象</a:t>
            </a:r>
          </a:p>
        </p:txBody>
      </p:sp>
      <p:sp>
        <p:nvSpPr>
          <p:cNvPr id="13" name="bullet-12012__s013o013">
            <a:extLst xmlns:a="http://schemas.openxmlformats.org/drawingml/2006/main">
              <a:ext uri="{FF2B5EF4-FFF2-40B4-BE49-F238E27FC236}">
                <a16:creationId xmlns:a16="http://schemas.microsoft.com/office/drawing/2014/main" id="{7AC838AB-ED80-4C06-BC8A-BCD455CF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12013__s013o014">
            <a:extLst xmlns:a="http://schemas.openxmlformats.org/drawingml/2006/main">
              <a:ext uri="{FF2B5EF4-FFF2-40B4-BE49-F238E27FC236}">
                <a16:creationId xmlns:a16="http://schemas.microsoft.com/office/drawing/2014/main" id="{AB5720CE-A369-422A-82ED-9D7DE2F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バッチジョブ</a:t>
            </a:r>
          </a:p>
        </p:txBody>
      </p:sp>
      <p:sp>
        <p:nvSpPr>
          <p:cNvPr id="15" name="bullet-12014__s013o015">
            <a:extLst xmlns:a="http://schemas.openxmlformats.org/drawingml/2006/main">
              <a:ext uri="{FF2B5EF4-FFF2-40B4-BE49-F238E27FC236}">
                <a16:creationId xmlns:a16="http://schemas.microsoft.com/office/drawing/2014/main" id="{D1865010-940D-4924-9DB5-82DD5396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12015__s013o016">
            <a:extLst xmlns:a="http://schemas.openxmlformats.org/drawingml/2006/main">
              <a:ext uri="{FF2B5EF4-FFF2-40B4-BE49-F238E27FC236}">
                <a16:creationId xmlns:a16="http://schemas.microsoft.com/office/drawing/2014/main" id="{F169D744-5698-47E2-828E-47FAE1F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主要IF</a:t>
            </a:r>
          </a:p>
        </p:txBody>
      </p:sp>
      <p:sp>
        <p:nvSpPr>
          <p:cNvPr id="17" name="bullet-12016__s013o017">
            <a:extLst xmlns:a="http://schemas.openxmlformats.org/drawingml/2006/main">
              <a:ext uri="{FF2B5EF4-FFF2-40B4-BE49-F238E27FC236}">
                <a16:creationId xmlns:a16="http://schemas.microsoft.com/office/drawing/2014/main" id="{F6C841E2-5EDF-4FBA-AEFB-609608B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12017__s013o018">
            <a:extLst xmlns:a="http://schemas.openxmlformats.org/drawingml/2006/main">
              <a:ext uri="{FF2B5EF4-FFF2-40B4-BE49-F238E27FC236}">
                <a16:creationId xmlns:a16="http://schemas.microsoft.com/office/drawing/2014/main" id="{A049E353-1291-47C6-A0F3-233BECE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変更案件20件</a:t>
            </a:r>
          </a:p>
        </p:txBody>
      </p:sp>
      <p:sp>
        <p:nvSpPr>
          <p:cNvPr id="19" name="scope-panel-12018__s013o019">
            <a:extLst xmlns:a="http://schemas.openxmlformats.org/drawingml/2006/main">
              <a:ext uri="{FF2B5EF4-FFF2-40B4-BE49-F238E27FC236}">
                <a16:creationId xmlns:a16="http://schemas.microsoft.com/office/drawing/2014/main" id="{1C4A5F5C-BADC-4ABE-AFE5-ECEC859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4795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section-heading-12019__s013o020">
            <a:extLst xmlns:a="http://schemas.openxmlformats.org/drawingml/2006/main">
              <a:ext uri="{FF2B5EF4-FFF2-40B4-BE49-F238E27FC236}">
                <a16:creationId xmlns:a16="http://schemas.microsoft.com/office/drawing/2014/main" id="{F1823BBC-F30E-4774-AB88-5ED3FB19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対象外</a:t>
            </a:r>
          </a:p>
        </p:txBody>
      </p:sp>
      <p:sp>
        <p:nvSpPr>
          <p:cNvPr id="21" name="bullet-12020__s013o021">
            <a:extLst xmlns:a="http://schemas.openxmlformats.org/drawingml/2006/main">
              <a:ext uri="{FF2B5EF4-FFF2-40B4-BE49-F238E27FC236}">
                <a16:creationId xmlns:a16="http://schemas.microsoft.com/office/drawing/2014/main" id="{8241B9B9-9444-4E5A-B7F0-FE71B4ED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52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12021__s013o022">
            <a:extLst xmlns:a="http://schemas.openxmlformats.org/drawingml/2006/main">
              <a:ext uri="{FF2B5EF4-FFF2-40B4-BE49-F238E27FC236}">
                <a16:creationId xmlns:a16="http://schemas.microsoft.com/office/drawing/2014/main" id="{F8D1364F-E82E-4E51-BB59-589C7B35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48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本番自動承認</a:t>
            </a:r>
          </a:p>
        </p:txBody>
      </p:sp>
      <p:sp>
        <p:nvSpPr>
          <p:cNvPr id="23" name="bullet-12022__s013o023">
            <a:extLst xmlns:a="http://schemas.openxmlformats.org/drawingml/2006/main">
              <a:ext uri="{FF2B5EF4-FFF2-40B4-BE49-F238E27FC236}">
                <a16:creationId xmlns:a16="http://schemas.microsoft.com/office/drawing/2014/main" id="{F3B9CC30-8CA9-4A7B-9D60-E0005A84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2023__s013o024">
            <a:extLst xmlns:a="http://schemas.openxmlformats.org/drawingml/2006/main">
              <a:ext uri="{FF2B5EF4-FFF2-40B4-BE49-F238E27FC236}">
                <a16:creationId xmlns:a16="http://schemas.microsoft.com/office/drawing/2014/main" id="{19F2F0A1-118F-44B6-BF7C-F0DFE826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433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顧客データ</a:t>
            </a:r>
          </a:p>
        </p:txBody>
      </p:sp>
      <p:sp>
        <p:nvSpPr>
          <p:cNvPr id="25" name="bullet-12024__s013o025">
            <a:extLst xmlns:a="http://schemas.openxmlformats.org/drawingml/2006/main">
              <a:ext uri="{FF2B5EF4-FFF2-40B4-BE49-F238E27FC236}">
                <a16:creationId xmlns:a16="http://schemas.microsoft.com/office/drawing/2014/main" id="{2DC5367E-0635-4A61-A076-86FA54D2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2025__s013o026">
            <a:extLst xmlns:a="http://schemas.openxmlformats.org/drawingml/2006/main">
              <a:ext uri="{FF2B5EF4-FFF2-40B4-BE49-F238E27FC236}">
                <a16:creationId xmlns:a16="http://schemas.microsoft.com/office/drawing/2014/main" id="{88346C22-69FD-428C-8117-E23F7C04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386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全社展開</a:t>
            </a:r>
          </a:p>
        </p:txBody>
      </p:sp>
      <p:sp>
        <p:nvSpPr>
          <p:cNvPr id="27" name="scope-panel-12026__s013o027">
            <a:extLst xmlns:a="http://schemas.openxmlformats.org/drawingml/2006/main">
              <a:ext uri="{FF2B5EF4-FFF2-40B4-BE49-F238E27FC236}">
                <a16:creationId xmlns:a16="http://schemas.microsoft.com/office/drawing/2014/main" id="{2ED9A26A-32EB-4A7C-A5CF-EC773BA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57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section-heading-12027__s013o028">
            <a:extLst xmlns:a="http://schemas.openxmlformats.org/drawingml/2006/main">
              <a:ext uri="{FF2B5EF4-FFF2-40B4-BE49-F238E27FC236}">
                <a16:creationId xmlns:a16="http://schemas.microsoft.com/office/drawing/2014/main" id="{0A591FD4-6836-4166-82A1-E9FC4D12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成功条件</a:t>
            </a:r>
          </a:p>
        </p:txBody>
      </p:sp>
      <p:sp>
        <p:nvSpPr>
          <p:cNvPr id="29" name="bullet-12028__s013o029">
            <a:extLst xmlns:a="http://schemas.openxmlformats.org/drawingml/2006/main">
              <a:ext uri="{FF2B5EF4-FFF2-40B4-BE49-F238E27FC236}">
                <a16:creationId xmlns:a16="http://schemas.microsoft.com/office/drawing/2014/main" id="{46B50908-349D-421B-B07B-2C851987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ullet-text-12029__s013o030">
            <a:extLst xmlns:a="http://schemas.openxmlformats.org/drawingml/2006/main">
              <a:ext uri="{FF2B5EF4-FFF2-40B4-BE49-F238E27FC236}">
                <a16:creationId xmlns:a16="http://schemas.microsoft.com/office/drawing/2014/main" id="{1A242B94-FEE6-4BB0-B22B-B2B7E26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再現率95%以上</a:t>
            </a:r>
          </a:p>
        </p:txBody>
      </p:sp>
      <p:sp>
        <p:nvSpPr>
          <p:cNvPr id="31" name="bullet-12030__s013o031">
            <a:extLst xmlns:a="http://schemas.openxmlformats.org/drawingml/2006/main">
              <a:ext uri="{FF2B5EF4-FFF2-40B4-BE49-F238E27FC236}">
                <a16:creationId xmlns:a16="http://schemas.microsoft.com/office/drawing/2014/main" id="{B546FBF9-7A6D-4407-8159-6E95D75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ullet-text-12031__s013o032">
            <a:extLst xmlns:a="http://schemas.openxmlformats.org/drawingml/2006/main">
              <a:ext uri="{FF2B5EF4-FFF2-40B4-BE49-F238E27FC236}">
                <a16:creationId xmlns:a16="http://schemas.microsoft.com/office/drawing/2014/main" id="{34358C84-DCC9-44E9-ACDC-93F1330A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重大欠落0件</a:t>
            </a:r>
          </a:p>
        </p:txBody>
      </p:sp>
      <p:sp>
        <p:nvSpPr>
          <p:cNvPr id="33" name="bullet-12032__s013o033">
            <a:extLst xmlns:a="http://schemas.openxmlformats.org/drawingml/2006/main">
              <a:ext uri="{FF2B5EF4-FFF2-40B4-BE49-F238E27FC236}">
                <a16:creationId xmlns:a16="http://schemas.microsoft.com/office/drawing/2014/main" id="{ABA423D8-7D2F-4DED-9792-4B6BB5A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ullet-text-12033__s013o034">
            <a:extLst xmlns:a="http://schemas.openxmlformats.org/drawingml/2006/main">
              <a:ext uri="{FF2B5EF4-FFF2-40B4-BE49-F238E27FC236}">
                <a16:creationId xmlns:a16="http://schemas.microsoft.com/office/drawing/2014/main" id="{3636CACA-5D14-450F-86DD-B522DC4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工数30%削減</a:t>
            </a:r>
          </a:p>
        </p:txBody>
      </p:sp>
    </p:spTree>
    <p:extLst>
      <p:ext uri="{BB962C8B-B14F-4D97-AF65-F5344CB8AC3E}">
        <p14:creationId xmlns:p14="http://schemas.microsoft.com/office/powerpoint/2010/main" val="550653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4o001"/>
        <p:cNvGrpSpPr/>
        <p:nvPr/>
      </p:nvGrpSpPr>
      <p:grpSpPr>
        <a:xfrm xmlns:a="http://schemas.openxmlformats.org/drawingml/2006/main"/>
      </p:grpSpPr>
      <p:sp>
        <p:nvSpPr>
          <p:cNvPr id="2" name="label-13001__s014o002">
            <a:extLst xmlns:a="http://schemas.openxmlformats.org/drawingml/2006/main">
              <a:ext uri="{FF2B5EF4-FFF2-40B4-BE49-F238E27FC236}">
                <a16:creationId xmlns:a16="http://schemas.microsoft.com/office/drawing/2014/main" id="{608BA5C0-A948-40B7-9B07-B3E0626D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3002__s014o003">
            <a:extLst xmlns:a="http://schemas.openxmlformats.org/drawingml/2006/main">
              <a:ext uri="{FF2B5EF4-FFF2-40B4-BE49-F238E27FC236}">
                <a16:creationId xmlns:a16="http://schemas.microsoft.com/office/drawing/2014/main" id="{53E670C4-EFF5-472A-8F24-56FC18C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均等二列</a:t>
            </a:r>
          </a:p>
        </p:txBody>
      </p:sp>
      <p:sp>
        <p:nvSpPr>
          <p:cNvPr id="4" name="title-13003__s014o004">
            <a:extLst xmlns:a="http://schemas.openxmlformats.org/drawingml/2006/main">
              <a:ext uri="{FF2B5EF4-FFF2-40B4-BE49-F238E27FC236}">
                <a16:creationId xmlns:a16="http://schemas.microsoft.com/office/drawing/2014/main" id="{B04BFE55-57C5-495F-A7FE-25846203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AIは探索を広げ、人は根拠と判断を担う</a:t>
            </a:r>
          </a:p>
        </p:txBody>
      </p:sp>
      <p:sp>
        <p:nvSpPr>
          <p:cNvPr id="5" name="rule-13004__s014o005">
            <a:extLst xmlns:a="http://schemas.openxmlformats.org/drawingml/2006/main">
              <a:ext uri="{FF2B5EF4-FFF2-40B4-BE49-F238E27FC236}">
                <a16:creationId xmlns:a16="http://schemas.microsoft.com/office/drawing/2014/main" id="{751DB188-1CB7-4816-BBE6-16647CA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3005__s014o006">
            <a:extLst xmlns:a="http://schemas.openxmlformats.org/drawingml/2006/main">
              <a:ext uri="{FF2B5EF4-FFF2-40B4-BE49-F238E27FC236}">
                <a16:creationId xmlns:a16="http://schemas.microsoft.com/office/drawing/2014/main" id="{351D4E45-7E96-4561-B405-A99989F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3006__s014o007">
            <a:extLst xmlns:a="http://schemas.openxmlformats.org/drawingml/2006/main">
              <a:ext uri="{FF2B5EF4-FFF2-40B4-BE49-F238E27FC236}">
                <a16:creationId xmlns:a16="http://schemas.microsoft.com/office/drawing/2014/main" id="{CF99B5BB-DCCF-44B9-BD9B-71130525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two-column-balanced  |  narrative  |  架空データ</a:t>
            </a:r>
          </a:p>
        </p:txBody>
      </p:sp>
      <p:sp>
        <p:nvSpPr>
          <p:cNvPr id="8" name="page-number-13007__s014o008">
            <a:extLst xmlns:a="http://schemas.openxmlformats.org/drawingml/2006/main">
              <a:ext uri="{FF2B5EF4-FFF2-40B4-BE49-F238E27FC236}">
                <a16:creationId xmlns:a16="http://schemas.microsoft.com/office/drawing/2014/main" id="{D677A07C-F21F-4C86-AF7A-1934033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9" name="left-column-13008__s014o009">
            <a:extLst xmlns:a="http://schemas.openxmlformats.org/drawingml/2006/main">
              <a:ext uri="{FF2B5EF4-FFF2-40B4-BE49-F238E27FC236}">
                <a16:creationId xmlns:a16="http://schemas.microsoft.com/office/drawing/2014/main" id="{DBFB1369-8224-40D3-8494-39FBAD37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right-column-13009__s014o010">
            <a:extLst xmlns:a="http://schemas.openxmlformats.org/drawingml/2006/main">
              <a:ext uri="{FF2B5EF4-FFF2-40B4-BE49-F238E27FC236}">
                <a16:creationId xmlns:a16="http://schemas.microsoft.com/office/drawing/2014/main" id="{EBE31B0D-9F42-415C-8C57-A472413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5143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1" name="section-heading-13010__s014o011">
            <a:extLst xmlns:a="http://schemas.openxmlformats.org/drawingml/2006/main">
              <a:ext uri="{FF2B5EF4-FFF2-40B4-BE49-F238E27FC236}">
                <a16:creationId xmlns:a16="http://schemas.microsoft.com/office/drawing/2014/main" id="{6AE6C9E7-9EC0-4E64-9F36-42CB32A1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AIが担うこと</a:t>
            </a:r>
          </a:p>
        </p:txBody>
      </p:sp>
      <p:sp>
        <p:nvSpPr>
          <p:cNvPr id="12" name="bullet-13011__s014o012">
            <a:extLst xmlns:a="http://schemas.openxmlformats.org/drawingml/2006/main">
              <a:ext uri="{FF2B5EF4-FFF2-40B4-BE49-F238E27FC236}">
                <a16:creationId xmlns:a16="http://schemas.microsoft.com/office/drawing/2014/main" id="{3E02FB58-FAA1-4CAA-8711-4D5B602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13012__s014o013">
            <a:extLst xmlns:a="http://schemas.openxmlformats.org/drawingml/2006/main">
              <a:ext uri="{FF2B5EF4-FFF2-40B4-BE49-F238E27FC236}">
                <a16:creationId xmlns:a16="http://schemas.microsoft.com/office/drawing/2014/main" id="{3547D437-08A0-498C-A6E5-7953EB7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母集団を広く列挙</a:t>
            </a:r>
          </a:p>
        </p:txBody>
      </p:sp>
      <p:sp>
        <p:nvSpPr>
          <p:cNvPr id="14" name="bullet-13013__s014o014">
            <a:extLst xmlns:a="http://schemas.openxmlformats.org/drawingml/2006/main">
              <a:ext uri="{FF2B5EF4-FFF2-40B4-BE49-F238E27FC236}">
                <a16:creationId xmlns:a16="http://schemas.microsoft.com/office/drawing/2014/main" id="{431CAD53-115F-4B6A-B35F-7FDC5DE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13014__s014o015">
            <a:extLst xmlns:a="http://schemas.openxmlformats.org/drawingml/2006/main">
              <a:ext uri="{FF2B5EF4-FFF2-40B4-BE49-F238E27FC236}">
                <a16:creationId xmlns:a16="http://schemas.microsoft.com/office/drawing/2014/main" id="{4B81FF39-E74A-4B90-B547-84F969F5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依存関係を照合</a:t>
            </a:r>
          </a:p>
        </p:txBody>
      </p:sp>
      <p:sp>
        <p:nvSpPr>
          <p:cNvPr id="16" name="bullet-13015__s014o016">
            <a:extLst xmlns:a="http://schemas.openxmlformats.org/drawingml/2006/main">
              <a:ext uri="{FF2B5EF4-FFF2-40B4-BE49-F238E27FC236}">
                <a16:creationId xmlns:a16="http://schemas.microsoft.com/office/drawing/2014/main" id="{7E326642-2F64-4D37-922F-8284CF09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3016__s014o017">
            <a:extLst xmlns:a="http://schemas.openxmlformats.org/drawingml/2006/main">
              <a:ext uri="{FF2B5EF4-FFF2-40B4-BE49-F238E27FC236}">
                <a16:creationId xmlns:a16="http://schemas.microsoft.com/office/drawing/2014/main" id="{29EF24A3-C978-4B31-A89D-A7753924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根拠候補を整形</a:t>
            </a:r>
          </a:p>
        </p:txBody>
      </p:sp>
      <p:sp>
        <p:nvSpPr>
          <p:cNvPr id="18" name="bullet-13017__s014o018">
            <a:extLst xmlns:a="http://schemas.openxmlformats.org/drawingml/2006/main">
              <a:ext uri="{FF2B5EF4-FFF2-40B4-BE49-F238E27FC236}">
                <a16:creationId xmlns:a16="http://schemas.microsoft.com/office/drawing/2014/main" id="{3EF1C210-FC7E-4A2A-BF18-8C509D9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13018__s014o019">
            <a:extLst xmlns:a="http://schemas.openxmlformats.org/drawingml/2006/main">
              <a:ext uri="{FF2B5EF4-FFF2-40B4-BE49-F238E27FC236}">
                <a16:creationId xmlns:a16="http://schemas.microsoft.com/office/drawing/2014/main" id="{E24F01FD-EB9F-413C-9BDB-7FA4FC0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未確認事項を明示</a:t>
            </a:r>
          </a:p>
        </p:txBody>
      </p:sp>
      <p:sp>
        <p:nvSpPr>
          <p:cNvPr id="20" name="section-heading-13019__s014o020">
            <a:extLst xmlns:a="http://schemas.openxmlformats.org/drawingml/2006/main">
              <a:ext uri="{FF2B5EF4-FFF2-40B4-BE49-F238E27FC236}">
                <a16:creationId xmlns:a16="http://schemas.microsoft.com/office/drawing/2014/main" id="{E3B9D575-BEE3-4888-84C9-C659972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人が担うこと</a:t>
            </a:r>
          </a:p>
        </p:txBody>
      </p:sp>
      <p:sp>
        <p:nvSpPr>
          <p:cNvPr id="21" name="bullet-13020__s014o021">
            <a:extLst xmlns:a="http://schemas.openxmlformats.org/drawingml/2006/main">
              <a:ext uri="{FF2B5EF4-FFF2-40B4-BE49-F238E27FC236}">
                <a16:creationId xmlns:a16="http://schemas.microsoft.com/office/drawing/2014/main" id="{F05D835D-58CE-4474-BA80-FBB4E34A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13021__s014o022">
            <a:extLst xmlns:a="http://schemas.openxmlformats.org/drawingml/2006/main">
              <a:ext uri="{FF2B5EF4-FFF2-40B4-BE49-F238E27FC236}">
                <a16:creationId xmlns:a16="http://schemas.microsoft.com/office/drawing/2014/main" id="{4771CE4B-9F7A-4CBC-B314-FF35CA1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前提の確認</a:t>
            </a:r>
          </a:p>
        </p:txBody>
      </p:sp>
      <p:sp>
        <p:nvSpPr>
          <p:cNvPr id="23" name="bullet-13022__s014o023">
            <a:extLst xmlns:a="http://schemas.openxmlformats.org/drawingml/2006/main">
              <a:ext uri="{FF2B5EF4-FFF2-40B4-BE49-F238E27FC236}">
                <a16:creationId xmlns:a16="http://schemas.microsoft.com/office/drawing/2014/main" id="{EA2869A8-8D29-441B-BCAC-61B9D48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3023__s014o024">
            <a:extLst xmlns:a="http://schemas.openxmlformats.org/drawingml/2006/main">
              <a:ext uri="{FF2B5EF4-FFF2-40B4-BE49-F238E27FC236}">
                <a16:creationId xmlns:a16="http://schemas.microsoft.com/office/drawing/2014/main" id="{BFEE8F4E-F28D-493C-B70C-ADE577B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影響の判断</a:t>
            </a:r>
          </a:p>
        </p:txBody>
      </p:sp>
      <p:sp>
        <p:nvSpPr>
          <p:cNvPr id="25" name="bullet-13024__s014o025">
            <a:extLst xmlns:a="http://schemas.openxmlformats.org/drawingml/2006/main">
              <a:ext uri="{FF2B5EF4-FFF2-40B4-BE49-F238E27FC236}">
                <a16:creationId xmlns:a16="http://schemas.microsoft.com/office/drawing/2014/main" id="{18365757-3F72-4C4D-BD76-82AE80D9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3025__s014o026">
            <a:extLst xmlns:a="http://schemas.openxmlformats.org/drawingml/2006/main">
              <a:ext uri="{FF2B5EF4-FFF2-40B4-BE49-F238E27FC236}">
                <a16:creationId xmlns:a16="http://schemas.microsoft.com/office/drawing/2014/main" id="{CBCDDB6C-FFC7-43B8-8283-703EF35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最終承認</a:t>
            </a:r>
          </a:p>
        </p:txBody>
      </p:sp>
      <p:sp>
        <p:nvSpPr>
          <p:cNvPr id="27" name="callout-13026__s014o027">
            <a:extLst xmlns:a="http://schemas.openxmlformats.org/drawingml/2006/main">
              <a:ext uri="{FF2B5EF4-FFF2-40B4-BE49-F238E27FC236}">
                <a16:creationId xmlns:a16="http://schemas.microsoft.com/office/drawing/2014/main" id="{761CC1EB-6BCD-4BE8-8F72-18FDF9E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callout-text-13027__s014o028">
            <a:extLst xmlns:a="http://schemas.openxmlformats.org/drawingml/2006/main">
              <a:ext uri="{FF2B5EF4-FFF2-40B4-BE49-F238E27FC236}">
                <a16:creationId xmlns:a16="http://schemas.microsoft.com/office/drawing/2014/main" id="{1146A801-5542-4B89-ABB0-DE12541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境界を分けることで、速度と統制を両立する</a:t>
            </a:r>
          </a:p>
        </p:txBody>
      </p:sp>
    </p:spTree>
    <p:extLst>
      <p:ext uri="{BB962C8B-B14F-4D97-AF65-F5344CB8AC3E}">
        <p14:creationId xmlns:p14="http://schemas.microsoft.com/office/powerpoint/2010/main" val="6067657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5o001"/>
        <p:cNvGrpSpPr/>
        <p:nvPr/>
      </p:nvGrpSpPr>
      <p:grpSpPr>
        <a:xfrm xmlns:a="http://schemas.openxmlformats.org/drawingml/2006/main"/>
      </p:grpSpPr>
      <p:sp>
        <p:nvSpPr>
          <p:cNvPr id="2" name="label-14001__s015o002">
            <a:extLst xmlns:a="http://schemas.openxmlformats.org/drawingml/2006/main">
              <a:ext uri="{FF2B5EF4-FFF2-40B4-BE49-F238E27FC236}">
                <a16:creationId xmlns:a16="http://schemas.microsoft.com/office/drawing/2014/main" id="{363914AA-3B04-4A5B-8D3F-1990563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4002__s015o003">
            <a:extLst xmlns:a="http://schemas.openxmlformats.org/drawingml/2006/main">
              <a:ext uri="{FF2B5EF4-FFF2-40B4-BE49-F238E27FC236}">
                <a16:creationId xmlns:a16="http://schemas.microsoft.com/office/drawing/2014/main" id="{C95A4456-59D0-4527-ADC3-62FA0BDF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主従二列</a:t>
            </a:r>
          </a:p>
        </p:txBody>
      </p:sp>
      <p:sp>
        <p:nvSpPr>
          <p:cNvPr id="4" name="title-14003__s015o004">
            <a:extLst xmlns:a="http://schemas.openxmlformats.org/drawingml/2006/main">
              <a:ext uri="{FF2B5EF4-FFF2-40B4-BE49-F238E27FC236}">
                <a16:creationId xmlns:a16="http://schemas.microsoft.com/office/drawing/2014/main" id="{DE67ACAD-D18B-4736-B8E3-C47048AA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AIは探索を広げ、人は根拠と判断を担う</a:t>
            </a:r>
          </a:p>
        </p:txBody>
      </p:sp>
      <p:sp>
        <p:nvSpPr>
          <p:cNvPr id="5" name="rule-14004__s015o005">
            <a:extLst xmlns:a="http://schemas.openxmlformats.org/drawingml/2006/main">
              <a:ext uri="{FF2B5EF4-FFF2-40B4-BE49-F238E27FC236}">
                <a16:creationId xmlns:a16="http://schemas.microsoft.com/office/drawing/2014/main" id="{70AE484D-2B2D-4168-AA3E-3738C68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4005__s015o006">
            <a:extLst xmlns:a="http://schemas.openxmlformats.org/drawingml/2006/main">
              <a:ext uri="{FF2B5EF4-FFF2-40B4-BE49-F238E27FC236}">
                <a16:creationId xmlns:a16="http://schemas.microsoft.com/office/drawing/2014/main" id="{D115D38A-D10A-466D-926D-4BEBEF87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4006__s015o007">
            <a:extLst xmlns:a="http://schemas.openxmlformats.org/drawingml/2006/main">
              <a:ext uri="{FF2B5EF4-FFF2-40B4-BE49-F238E27FC236}">
                <a16:creationId xmlns:a16="http://schemas.microsoft.com/office/drawing/2014/main" id="{851EAA44-8442-4C97-9622-935B7248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two-column-asymmetric  |  narrative  |  架空データ</a:t>
            </a:r>
          </a:p>
        </p:txBody>
      </p:sp>
      <p:sp>
        <p:nvSpPr>
          <p:cNvPr id="8" name="page-number-14007__s015o008">
            <a:extLst xmlns:a="http://schemas.openxmlformats.org/drawingml/2006/main">
              <a:ext uri="{FF2B5EF4-FFF2-40B4-BE49-F238E27FC236}">
                <a16:creationId xmlns:a16="http://schemas.microsoft.com/office/drawing/2014/main" id="{F655E48C-C15C-44B9-A7BE-199B6DA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9" name="left-column-14008__s015o009">
            <a:extLst xmlns:a="http://schemas.openxmlformats.org/drawingml/2006/main">
              <a:ext uri="{FF2B5EF4-FFF2-40B4-BE49-F238E27FC236}">
                <a16:creationId xmlns:a16="http://schemas.microsoft.com/office/drawing/2014/main" id="{5018702F-FE5A-4746-A89C-84931035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right-column-14009__s015o010">
            <a:extLst xmlns:a="http://schemas.openxmlformats.org/drawingml/2006/main">
              <a:ext uri="{FF2B5EF4-FFF2-40B4-BE49-F238E27FC236}">
                <a16:creationId xmlns:a16="http://schemas.microsoft.com/office/drawing/2014/main" id="{86D4337B-A772-48FF-9675-CE430433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24000"/>
            <a:ext cx="3752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1" name="section-heading-14010__s015o011">
            <a:extLst xmlns:a="http://schemas.openxmlformats.org/drawingml/2006/main">
              <a:ext uri="{FF2B5EF4-FFF2-40B4-BE49-F238E27FC236}">
                <a16:creationId xmlns:a16="http://schemas.microsoft.com/office/drawing/2014/main" id="{DFA37F3E-ED1D-4192-9E33-571B119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13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AIが担うこと</a:t>
            </a:r>
          </a:p>
        </p:txBody>
      </p:sp>
      <p:sp>
        <p:nvSpPr>
          <p:cNvPr id="12" name="bullet-14011__s015o012">
            <a:extLst xmlns:a="http://schemas.openxmlformats.org/drawingml/2006/main">
              <a:ext uri="{FF2B5EF4-FFF2-40B4-BE49-F238E27FC236}">
                <a16:creationId xmlns:a16="http://schemas.microsoft.com/office/drawing/2014/main" id="{C60DDEA1-536E-4B51-A3B4-2018CE1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14012__s015o013">
            <a:extLst xmlns:a="http://schemas.openxmlformats.org/drawingml/2006/main">
              <a:ext uri="{FF2B5EF4-FFF2-40B4-BE49-F238E27FC236}">
                <a16:creationId xmlns:a16="http://schemas.microsoft.com/office/drawing/2014/main" id="{F6DA03B6-2F06-4724-B2D6-86BC943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母集団を広く列挙</a:t>
            </a:r>
          </a:p>
        </p:txBody>
      </p:sp>
      <p:sp>
        <p:nvSpPr>
          <p:cNvPr id="14" name="bullet-14013__s015o014">
            <a:extLst xmlns:a="http://schemas.openxmlformats.org/drawingml/2006/main">
              <a:ext uri="{FF2B5EF4-FFF2-40B4-BE49-F238E27FC236}">
                <a16:creationId xmlns:a16="http://schemas.microsoft.com/office/drawing/2014/main" id="{45090E44-2C67-4B00-867B-05AACB91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14014__s015o015">
            <a:extLst xmlns:a="http://schemas.openxmlformats.org/drawingml/2006/main">
              <a:ext uri="{FF2B5EF4-FFF2-40B4-BE49-F238E27FC236}">
                <a16:creationId xmlns:a16="http://schemas.microsoft.com/office/drawing/2014/main" id="{F045FAEA-14E9-4C4B-A6D0-E0D9342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依存関係を照合</a:t>
            </a:r>
          </a:p>
        </p:txBody>
      </p:sp>
      <p:sp>
        <p:nvSpPr>
          <p:cNvPr id="16" name="bullet-14015__s015o016">
            <a:extLst xmlns:a="http://schemas.openxmlformats.org/drawingml/2006/main">
              <a:ext uri="{FF2B5EF4-FFF2-40B4-BE49-F238E27FC236}">
                <a16:creationId xmlns:a16="http://schemas.microsoft.com/office/drawing/2014/main" id="{247BE51C-59AE-4224-AF56-7382C6A1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4016__s015o017">
            <a:extLst xmlns:a="http://schemas.openxmlformats.org/drawingml/2006/main">
              <a:ext uri="{FF2B5EF4-FFF2-40B4-BE49-F238E27FC236}">
                <a16:creationId xmlns:a16="http://schemas.microsoft.com/office/drawing/2014/main" id="{D51B466A-CDD3-40EB-9BBF-5B60D8E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根拠候補を整形</a:t>
            </a:r>
          </a:p>
        </p:txBody>
      </p:sp>
      <p:sp>
        <p:nvSpPr>
          <p:cNvPr id="18" name="bullet-14017__s015o018">
            <a:extLst xmlns:a="http://schemas.openxmlformats.org/drawingml/2006/main">
              <a:ext uri="{FF2B5EF4-FFF2-40B4-BE49-F238E27FC236}">
                <a16:creationId xmlns:a16="http://schemas.microsoft.com/office/drawing/2014/main" id="{8D9A3896-B0F7-40D6-9884-E441419E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14018__s015o019">
            <a:extLst xmlns:a="http://schemas.openxmlformats.org/drawingml/2006/main">
              <a:ext uri="{FF2B5EF4-FFF2-40B4-BE49-F238E27FC236}">
                <a16:creationId xmlns:a16="http://schemas.microsoft.com/office/drawing/2014/main" id="{7FE6E04B-18D8-4C73-9598-0234EDC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未確認事項を明示</a:t>
            </a:r>
          </a:p>
        </p:txBody>
      </p:sp>
      <p:sp>
        <p:nvSpPr>
          <p:cNvPr id="20" name="section-heading-14019__s015o020">
            <a:extLst xmlns:a="http://schemas.openxmlformats.org/drawingml/2006/main">
              <a:ext uri="{FF2B5EF4-FFF2-40B4-BE49-F238E27FC236}">
                <a16:creationId xmlns:a16="http://schemas.microsoft.com/office/drawing/2014/main" id="{0DDCCE85-BB54-43EB-B587-9193515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人が担うこと</a:t>
            </a:r>
          </a:p>
        </p:txBody>
      </p:sp>
      <p:sp>
        <p:nvSpPr>
          <p:cNvPr id="21" name="bullet-14020__s015o021">
            <a:extLst xmlns:a="http://schemas.openxmlformats.org/drawingml/2006/main">
              <a:ext uri="{FF2B5EF4-FFF2-40B4-BE49-F238E27FC236}">
                <a16:creationId xmlns:a16="http://schemas.microsoft.com/office/drawing/2014/main" id="{CC0E3219-9B5F-4330-BEA8-FA6E5E8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14021__s015o022">
            <a:extLst xmlns:a="http://schemas.openxmlformats.org/drawingml/2006/main">
              <a:ext uri="{FF2B5EF4-FFF2-40B4-BE49-F238E27FC236}">
                <a16:creationId xmlns:a16="http://schemas.microsoft.com/office/drawing/2014/main" id="{3F75B5BE-2945-4AF0-AE9A-D8AAEF2D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前提の確認</a:t>
            </a:r>
          </a:p>
        </p:txBody>
      </p:sp>
      <p:sp>
        <p:nvSpPr>
          <p:cNvPr id="23" name="bullet-14022__s015o023">
            <a:extLst xmlns:a="http://schemas.openxmlformats.org/drawingml/2006/main">
              <a:ext uri="{FF2B5EF4-FFF2-40B4-BE49-F238E27FC236}">
                <a16:creationId xmlns:a16="http://schemas.microsoft.com/office/drawing/2014/main" id="{C479CFC1-2113-4626-8E5C-8B0AB1AD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4023__s015o024">
            <a:extLst xmlns:a="http://schemas.openxmlformats.org/drawingml/2006/main">
              <a:ext uri="{FF2B5EF4-FFF2-40B4-BE49-F238E27FC236}">
                <a16:creationId xmlns:a16="http://schemas.microsoft.com/office/drawing/2014/main" id="{94BB3314-53ED-4F07-8AA6-6D0F47C5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影響の判断</a:t>
            </a:r>
          </a:p>
        </p:txBody>
      </p:sp>
      <p:sp>
        <p:nvSpPr>
          <p:cNvPr id="25" name="bullet-14024__s015o025">
            <a:extLst xmlns:a="http://schemas.openxmlformats.org/drawingml/2006/main">
              <a:ext uri="{FF2B5EF4-FFF2-40B4-BE49-F238E27FC236}">
                <a16:creationId xmlns:a16="http://schemas.microsoft.com/office/drawing/2014/main" id="{BCD8EE3C-A485-47E7-90B2-7BA7B03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4025__s015o026">
            <a:extLst xmlns:a="http://schemas.openxmlformats.org/drawingml/2006/main">
              <a:ext uri="{FF2B5EF4-FFF2-40B4-BE49-F238E27FC236}">
                <a16:creationId xmlns:a16="http://schemas.microsoft.com/office/drawing/2014/main" id="{E0E12C82-1B1B-4416-AC14-212C6508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最終承認</a:t>
            </a:r>
          </a:p>
        </p:txBody>
      </p:sp>
      <p:sp>
        <p:nvSpPr>
          <p:cNvPr id="27" name="callout-14026__s015o027">
            <a:extLst xmlns:a="http://schemas.openxmlformats.org/drawingml/2006/main">
              <a:ext uri="{FF2B5EF4-FFF2-40B4-BE49-F238E27FC236}">
                <a16:creationId xmlns:a16="http://schemas.microsoft.com/office/drawing/2014/main" id="{DA2808FF-50F6-4F1A-B952-FC85D00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callout-text-14027__s015o028">
            <a:extLst xmlns:a="http://schemas.openxmlformats.org/drawingml/2006/main">
              <a:ext uri="{FF2B5EF4-FFF2-40B4-BE49-F238E27FC236}">
                <a16:creationId xmlns:a16="http://schemas.microsoft.com/office/drawing/2014/main" id="{5C0937F6-5473-4F64-B136-D6DE6D7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境界を分けることで、速度と統制を両立する</a:t>
            </a:r>
          </a:p>
        </p:txBody>
      </p:sp>
    </p:spTree>
    <p:extLst>
      <p:ext uri="{BB962C8B-B14F-4D97-AF65-F5344CB8AC3E}">
        <p14:creationId xmlns:p14="http://schemas.microsoft.com/office/powerpoint/2010/main" val="7461817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6o001"/>
        <p:cNvGrpSpPr/>
        <p:nvPr/>
      </p:nvGrpSpPr>
      <p:grpSpPr>
        <a:xfrm xmlns:a="http://schemas.openxmlformats.org/drawingml/2006/main"/>
      </p:grpSpPr>
      <p:sp>
        <p:nvSpPr>
          <p:cNvPr id="2" name="label-15001__s016o002">
            <a:extLst xmlns:a="http://schemas.openxmlformats.org/drawingml/2006/main">
              <a:ext uri="{FF2B5EF4-FFF2-40B4-BE49-F238E27FC236}">
                <a16:creationId xmlns:a16="http://schemas.microsoft.com/office/drawing/2014/main" id="{753B8552-4DD4-4BB7-A75A-0312BDA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5002__s016o003">
            <a:extLst xmlns:a="http://schemas.openxmlformats.org/drawingml/2006/main">
              <a:ext uri="{FF2B5EF4-FFF2-40B4-BE49-F238E27FC236}">
                <a16:creationId xmlns:a16="http://schemas.microsoft.com/office/drawing/2014/main" id="{9E0970C3-BA35-4A6A-BC22-5E81328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引用と示唆</a:t>
            </a:r>
          </a:p>
        </p:txBody>
      </p:sp>
      <p:sp>
        <p:nvSpPr>
          <p:cNvPr id="4" name="title-15003__s016o004">
            <a:extLst xmlns:a="http://schemas.openxmlformats.org/drawingml/2006/main">
              <a:ext uri="{FF2B5EF4-FFF2-40B4-BE49-F238E27FC236}">
                <a16:creationId xmlns:a16="http://schemas.microsoft.com/office/drawing/2014/main" id="{35D5494C-1550-49EC-BAED-117EFE1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利用部門は、速さより判断根拠を求めている</a:t>
            </a:r>
          </a:p>
        </p:txBody>
      </p:sp>
      <p:sp>
        <p:nvSpPr>
          <p:cNvPr id="5" name="rule-15004__s016o005">
            <a:extLst xmlns:a="http://schemas.openxmlformats.org/drawingml/2006/main">
              <a:ext uri="{FF2B5EF4-FFF2-40B4-BE49-F238E27FC236}">
                <a16:creationId xmlns:a16="http://schemas.microsoft.com/office/drawing/2014/main" id="{A673E347-4DC6-4FD8-968F-06B519A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5005__s016o006">
            <a:extLst xmlns:a="http://schemas.openxmlformats.org/drawingml/2006/main">
              <a:ext uri="{FF2B5EF4-FFF2-40B4-BE49-F238E27FC236}">
                <a16:creationId xmlns:a16="http://schemas.microsoft.com/office/drawing/2014/main" id="{AA1E3C4B-4C07-4FA2-949F-441041C0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5006__s016o007">
            <a:extLst xmlns:a="http://schemas.openxmlformats.org/drawingml/2006/main">
              <a:ext uri="{FF2B5EF4-FFF2-40B4-BE49-F238E27FC236}">
                <a16:creationId xmlns:a16="http://schemas.microsoft.com/office/drawing/2014/main" id="{78159DC6-861F-4B02-8B05-5A5CB8E0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quote-evidence  |  narrative  |  架空データ</a:t>
            </a:r>
          </a:p>
        </p:txBody>
      </p:sp>
      <p:sp>
        <p:nvSpPr>
          <p:cNvPr id="8" name="page-number-15007__s016o008">
            <a:extLst xmlns:a="http://schemas.openxmlformats.org/drawingml/2006/main">
              <a:ext uri="{FF2B5EF4-FFF2-40B4-BE49-F238E27FC236}">
                <a16:creationId xmlns:a16="http://schemas.microsoft.com/office/drawing/2014/main" id="{A1FD083D-BDC2-44ED-935D-07B24F7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9" name="quote-panel-15008__s016o009">
            <a:extLst xmlns:a="http://schemas.openxmlformats.org/drawingml/2006/main">
              <a:ext uri="{FF2B5EF4-FFF2-40B4-BE49-F238E27FC236}">
                <a16:creationId xmlns:a16="http://schemas.microsoft.com/office/drawing/2014/main" id="{F0EF3997-B35A-4961-A160-EB10165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quote-mark-15009__s016o010">
            <a:extLst xmlns:a="http://schemas.openxmlformats.org/drawingml/2006/main">
              <a:ext uri="{FF2B5EF4-FFF2-40B4-BE49-F238E27FC236}">
                <a16:creationId xmlns:a16="http://schemas.microsoft.com/office/drawing/2014/main" id="{E1BC44E3-4CD6-4E92-9684-BA4509F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67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67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“</a:t>
            </a:r>
          </a:p>
        </p:txBody>
      </p:sp>
      <p:sp>
        <p:nvSpPr>
          <p:cNvPr id="11" name="quote-15010__s016o011">
            <a:extLst xmlns:a="http://schemas.openxmlformats.org/drawingml/2006/main">
              <a:ext uri="{FF2B5EF4-FFF2-40B4-BE49-F238E27FC236}">
                <a16:creationId xmlns:a16="http://schemas.microsoft.com/office/drawing/2014/main" id="{CC672532-6813-49FE-ADDD-3A6FCBA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早い回答だけでなく、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なぜ影響がないと言えるのかを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確認できる状態にしてほしい。</a:t>
            </a:r>
          </a:p>
        </p:txBody>
      </p:sp>
      <p:sp>
        <p:nvSpPr>
          <p:cNvPr id="12" name="quote-attribution-15011__s016o012">
            <a:extLst xmlns:a="http://schemas.openxmlformats.org/drawingml/2006/main">
              <a:ext uri="{FF2B5EF4-FFF2-40B4-BE49-F238E27FC236}">
                <a16:creationId xmlns:a16="http://schemas.microsoft.com/office/drawing/2014/main" id="{B84779BB-3506-43B7-B6AB-D8AEF0B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FD1E1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BFD1E1"/>
                </a:solidFill>
                <a:latin typeface="Yu Gothic"/>
                <a:ea typeface="Yu Gothic"/>
                <a:cs typeface="Yu Gothic"/>
              </a:rPr>
              <a:t>利用部門ヒアリング（架空）</a:t>
            </a:r>
          </a:p>
        </p:txBody>
      </p:sp>
      <p:sp>
        <p:nvSpPr>
          <p:cNvPr id="13" name="section-heading-15012__s016o013">
            <a:extLst xmlns:a="http://schemas.openxmlformats.org/drawingml/2006/main">
              <a:ext uri="{FF2B5EF4-FFF2-40B4-BE49-F238E27FC236}">
                <a16:creationId xmlns:a16="http://schemas.microsoft.com/office/drawing/2014/main" id="{65C4D8C3-D9D2-4D1D-B903-8EC89909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要件への意味</a:t>
            </a:r>
          </a:p>
        </p:txBody>
      </p:sp>
      <p:sp>
        <p:nvSpPr>
          <p:cNvPr id="14" name="bullet-15013__s016o014">
            <a:extLst xmlns:a="http://schemas.openxmlformats.org/drawingml/2006/main">
              <a:ext uri="{FF2B5EF4-FFF2-40B4-BE49-F238E27FC236}">
                <a16:creationId xmlns:a16="http://schemas.microsoft.com/office/drawing/2014/main" id="{E7BFE3DC-228B-4F76-B415-D69FD19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19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15014__s016o015">
            <a:extLst xmlns:a="http://schemas.openxmlformats.org/drawingml/2006/main">
              <a:ext uri="{FF2B5EF4-FFF2-40B4-BE49-F238E27FC236}">
                <a16:creationId xmlns:a16="http://schemas.microsoft.com/office/drawing/2014/main" id="{68819971-7792-426B-A222-635058D7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結論と根拠を同じ画面に出す</a:t>
            </a:r>
          </a:p>
        </p:txBody>
      </p:sp>
      <p:sp>
        <p:nvSpPr>
          <p:cNvPr id="16" name="bullet-15015__s016o016">
            <a:extLst xmlns:a="http://schemas.openxmlformats.org/drawingml/2006/main">
              <a:ext uri="{FF2B5EF4-FFF2-40B4-BE49-F238E27FC236}">
                <a16:creationId xmlns:a16="http://schemas.microsoft.com/office/drawing/2014/main" id="{99E03485-097D-4132-BDF8-AF20F89A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5016__s016o017">
            <a:extLst xmlns:a="http://schemas.openxmlformats.org/drawingml/2006/main">
              <a:ext uri="{FF2B5EF4-FFF2-40B4-BE49-F238E27FC236}">
                <a16:creationId xmlns:a16="http://schemas.microsoft.com/office/drawing/2014/main" id="{D3C44F12-7034-4E47-AF85-11381A4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24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未確認事項を隠さない</a:t>
            </a:r>
          </a:p>
        </p:txBody>
      </p:sp>
      <p:sp>
        <p:nvSpPr>
          <p:cNvPr id="18" name="bullet-15017__s016o018">
            <a:extLst xmlns:a="http://schemas.openxmlformats.org/drawingml/2006/main">
              <a:ext uri="{FF2B5EF4-FFF2-40B4-BE49-F238E27FC236}">
                <a16:creationId xmlns:a16="http://schemas.microsoft.com/office/drawing/2014/main" id="{DB7364C0-91CE-4552-BEC6-9E6FE1D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38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15018__s016o019">
            <a:extLst xmlns:a="http://schemas.openxmlformats.org/drawingml/2006/main">
              <a:ext uri="{FF2B5EF4-FFF2-40B4-BE49-F238E27FC236}">
                <a16:creationId xmlns:a16="http://schemas.microsoft.com/office/drawing/2014/main" id="{B77B9546-6A15-4CDF-8F60-DA8A0B1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33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承認履歴を残す</a:t>
            </a:r>
          </a:p>
        </p:txBody>
      </p:sp>
    </p:spTree>
    <p:extLst>
      <p:ext uri="{BB962C8B-B14F-4D97-AF65-F5344CB8AC3E}">
        <p14:creationId xmlns:p14="http://schemas.microsoft.com/office/powerpoint/2010/main" val="2933173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7o001"/>
        <p:cNvGrpSpPr/>
        <p:nvPr/>
      </p:nvGrpSpPr>
      <p:grpSpPr>
        <a:xfrm xmlns:a="http://schemas.openxmlformats.org/drawingml/2006/main"/>
      </p:grpSpPr>
      <p:sp>
        <p:nvSpPr>
          <p:cNvPr id="2" name="label-16001__s017o002">
            <a:extLst xmlns:a="http://schemas.openxmlformats.org/drawingml/2006/main">
              <a:ext uri="{FF2B5EF4-FFF2-40B4-BE49-F238E27FC236}">
                <a16:creationId xmlns:a16="http://schemas.microsoft.com/office/drawing/2014/main" id="{C55FA312-4DF1-4509-9E5C-78AE338A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6002__s017o003">
            <a:extLst xmlns:a="http://schemas.openxmlformats.org/drawingml/2006/main">
              <a:ext uri="{FF2B5EF4-FFF2-40B4-BE49-F238E27FC236}">
                <a16:creationId xmlns:a16="http://schemas.microsoft.com/office/drawing/2014/main" id="{35780D03-06B2-4C29-AE26-D4B337E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状況・実施・結果</a:t>
            </a:r>
          </a:p>
        </p:txBody>
      </p:sp>
      <p:sp>
        <p:nvSpPr>
          <p:cNvPr id="4" name="title-16003__s017o004">
            <a:extLst xmlns:a="http://schemas.openxmlformats.org/drawingml/2006/main">
              <a:ext uri="{FF2B5EF4-FFF2-40B4-BE49-F238E27FC236}">
                <a16:creationId xmlns:a16="http://schemas.microsoft.com/office/drawing/2014/main" id="{C8379845-48F7-41C2-A503-705D025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受付標準化だけで処理時間を32%短縮できた</a:t>
            </a:r>
          </a:p>
        </p:txBody>
      </p:sp>
      <p:sp>
        <p:nvSpPr>
          <p:cNvPr id="5" name="rule-16004__s017o005">
            <a:extLst xmlns:a="http://schemas.openxmlformats.org/drawingml/2006/main">
              <a:ext uri="{FF2B5EF4-FFF2-40B4-BE49-F238E27FC236}">
                <a16:creationId xmlns:a16="http://schemas.microsoft.com/office/drawing/2014/main" id="{D6E83F38-CA05-47F6-B20E-53D18EFA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6005__s017o006">
            <a:extLst xmlns:a="http://schemas.openxmlformats.org/drawingml/2006/main">
              <a:ext uri="{FF2B5EF4-FFF2-40B4-BE49-F238E27FC236}">
                <a16:creationId xmlns:a16="http://schemas.microsoft.com/office/drawing/2014/main" id="{AB731715-4675-4EA1-8B8F-D6DCE035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6006__s017o007">
            <a:extLst xmlns:a="http://schemas.openxmlformats.org/drawingml/2006/main">
              <a:ext uri="{FF2B5EF4-FFF2-40B4-BE49-F238E27FC236}">
                <a16:creationId xmlns:a16="http://schemas.microsoft.com/office/drawing/2014/main" id="{DBDA02CB-1DE2-4478-9E8D-F236533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case-study  |  narrative  |  架空データ</a:t>
            </a:r>
          </a:p>
        </p:txBody>
      </p:sp>
      <p:sp>
        <p:nvSpPr>
          <p:cNvPr id="8" name="page-number-16007__s017o008">
            <a:extLst xmlns:a="http://schemas.openxmlformats.org/drawingml/2006/main">
              <a:ext uri="{FF2B5EF4-FFF2-40B4-BE49-F238E27FC236}">
                <a16:creationId xmlns:a16="http://schemas.microsoft.com/office/drawing/2014/main" id="{38F179A1-1F30-4C8D-A4E0-7C563F2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9" name="case-panel-16008__s017o009">
            <a:extLst xmlns:a="http://schemas.openxmlformats.org/drawingml/2006/main">
              <a:ext uri="{FF2B5EF4-FFF2-40B4-BE49-F238E27FC236}">
                <a16:creationId xmlns:a16="http://schemas.microsoft.com/office/drawing/2014/main" id="{D23823BC-2A13-448A-8EE1-158E571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case-number-16009__s017o010">
            <a:extLst xmlns:a="http://schemas.openxmlformats.org/drawingml/2006/main">
              <a:ext uri="{FF2B5EF4-FFF2-40B4-BE49-F238E27FC236}">
                <a16:creationId xmlns:a16="http://schemas.microsoft.com/office/drawing/2014/main" id="{16229FC7-50D7-4230-ADA4-8F3B0C3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case-heading-16010__s017o011">
            <a:extLst xmlns:a="http://schemas.openxmlformats.org/drawingml/2006/main">
              <a:ext uri="{FF2B5EF4-FFF2-40B4-BE49-F238E27FC236}">
                <a16:creationId xmlns:a16="http://schemas.microsoft.com/office/drawing/2014/main" id="{F2A8727B-3444-41FB-8974-03D99C2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状況</a:t>
            </a:r>
          </a:p>
        </p:txBody>
      </p:sp>
      <p:sp>
        <p:nvSpPr>
          <p:cNvPr id="12" name="case-body-16011__s017o012">
            <a:extLst xmlns:a="http://schemas.openxmlformats.org/drawingml/2006/main">
              <a:ext uri="{FF2B5EF4-FFF2-40B4-BE49-F238E27FC236}">
                <a16:creationId xmlns:a16="http://schemas.microsoft.com/office/drawing/2014/main" id="{41D6BCC1-EE34-4434-A02A-E3D213F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受付内容が自由記述で、担当振分けに時間を要していた</a:t>
            </a:r>
          </a:p>
        </p:txBody>
      </p:sp>
      <p:sp>
        <p:nvSpPr>
          <p:cNvPr id="13" name="case-panel-16012__s017o013">
            <a:extLst xmlns:a="http://schemas.openxmlformats.org/drawingml/2006/main">
              <a:ext uri="{FF2B5EF4-FFF2-40B4-BE49-F238E27FC236}">
                <a16:creationId xmlns:a16="http://schemas.microsoft.com/office/drawing/2014/main" id="{82983C1B-4FC7-45C1-BB80-0BFDA3C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case-number-16013__s017o014">
            <a:extLst xmlns:a="http://schemas.openxmlformats.org/drawingml/2006/main">
              <a:ext uri="{FF2B5EF4-FFF2-40B4-BE49-F238E27FC236}">
                <a16:creationId xmlns:a16="http://schemas.microsoft.com/office/drawing/2014/main" id="{B78DEE88-B278-4B2C-8DC0-9929C1C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case-heading-16014__s017o015">
            <a:extLst xmlns:a="http://schemas.openxmlformats.org/drawingml/2006/main">
              <a:ext uri="{FF2B5EF4-FFF2-40B4-BE49-F238E27FC236}">
                <a16:creationId xmlns:a16="http://schemas.microsoft.com/office/drawing/2014/main" id="{9FA39E11-B5CC-4531-919B-0E34A8F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実施</a:t>
            </a:r>
          </a:p>
        </p:txBody>
      </p:sp>
      <p:sp>
        <p:nvSpPr>
          <p:cNvPr id="16" name="case-body-16015__s017o016">
            <a:extLst xmlns:a="http://schemas.openxmlformats.org/drawingml/2006/main">
              <a:ext uri="{FF2B5EF4-FFF2-40B4-BE49-F238E27FC236}">
                <a16:creationId xmlns:a16="http://schemas.microsoft.com/office/drawing/2014/main" id="{2E62E113-9C03-4690-B98A-6CB0343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入力項目を標準化し、類似案件の証跡候補を提示した</a:t>
            </a:r>
          </a:p>
        </p:txBody>
      </p:sp>
      <p:sp>
        <p:nvSpPr>
          <p:cNvPr id="17" name="case-panel-16016__s017o017">
            <a:extLst xmlns:a="http://schemas.openxmlformats.org/drawingml/2006/main">
              <a:ext uri="{FF2B5EF4-FFF2-40B4-BE49-F238E27FC236}">
                <a16:creationId xmlns:a16="http://schemas.microsoft.com/office/drawing/2014/main" id="{ABDD4381-EC71-4D9C-BB51-5EBA5CC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case-number-16017__s017o018">
            <a:extLst xmlns:a="http://schemas.openxmlformats.org/drawingml/2006/main">
              <a:ext uri="{FF2B5EF4-FFF2-40B4-BE49-F238E27FC236}">
                <a16:creationId xmlns:a16="http://schemas.microsoft.com/office/drawing/2014/main" id="{58913B47-FBC0-4C12-800B-3B2B3DC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" name="case-heading-16018__s017o019">
            <a:extLst xmlns:a="http://schemas.openxmlformats.org/drawingml/2006/main">
              <a:ext uri="{FF2B5EF4-FFF2-40B4-BE49-F238E27FC236}">
                <a16:creationId xmlns:a16="http://schemas.microsoft.com/office/drawing/2014/main" id="{509BA7F0-06F8-443A-8BF3-D7BD1D7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結果</a:t>
            </a:r>
          </a:p>
        </p:txBody>
      </p:sp>
      <p:sp>
        <p:nvSpPr>
          <p:cNvPr id="20" name="case-body-16019__s017o020">
            <a:extLst xmlns:a="http://schemas.openxmlformats.org/drawingml/2006/main">
              <a:ext uri="{FF2B5EF4-FFF2-40B4-BE49-F238E27FC236}">
                <a16:creationId xmlns:a16="http://schemas.microsoft.com/office/drawing/2014/main" id="{838E1B0D-8BA5-41B8-BD18-246D7F59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平均処理時間を5.0日から3.4日へ短縮した</a:t>
            </a:r>
          </a:p>
        </p:txBody>
      </p:sp>
      <p:sp>
        <p:nvSpPr>
          <p:cNvPr id="21" name="callout-16020__s017o021">
            <a:extLst xmlns:a="http://schemas.openxmlformats.org/drawingml/2006/main">
              <a:ext uri="{FF2B5EF4-FFF2-40B4-BE49-F238E27FC236}">
                <a16:creationId xmlns:a16="http://schemas.microsoft.com/office/drawing/2014/main" id="{E9D1F902-94A2-442C-BE7F-FEA7CCD9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callout-text-16021__s017o022">
            <a:extLst xmlns:a="http://schemas.openxmlformats.org/drawingml/2006/main">
              <a:ext uri="{FF2B5EF4-FFF2-40B4-BE49-F238E27FC236}">
                <a16:creationId xmlns:a16="http://schemas.microsoft.com/office/drawing/2014/main" id="{5061868C-B532-4E82-BAEC-B5CE3C4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教訓：AI導入前に、入力と判断条件を標準化する</a:t>
            </a:r>
          </a:p>
        </p:txBody>
      </p:sp>
    </p:spTree>
    <p:extLst>
      <p:ext uri="{BB962C8B-B14F-4D97-AF65-F5344CB8AC3E}">
        <p14:creationId xmlns:p14="http://schemas.microsoft.com/office/powerpoint/2010/main" val="19500187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8o001"/>
        <p:cNvGrpSpPr/>
        <p:nvPr/>
      </p:nvGrpSpPr>
      <p:grpSpPr>
        <a:xfrm xmlns:a="http://schemas.openxmlformats.org/drawingml/2006/main"/>
      </p:grpSpPr>
      <p:sp>
        <p:nvSpPr>
          <p:cNvPr id="2" name="label-17001__s018o002">
            <a:extLst xmlns:a="http://schemas.openxmlformats.org/drawingml/2006/main">
              <a:ext uri="{FF2B5EF4-FFF2-40B4-BE49-F238E27FC236}">
                <a16:creationId xmlns:a16="http://schemas.microsoft.com/office/drawing/2014/main" id="{D82133E5-3FFB-41B5-93AE-7D7FFF0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7002__s018o003">
            <a:extLst xmlns:a="http://schemas.openxmlformats.org/drawingml/2006/main">
              <a:ext uri="{FF2B5EF4-FFF2-40B4-BE49-F238E27FC236}">
                <a16:creationId xmlns:a16="http://schemas.microsoft.com/office/drawing/2014/main" id="{924EF77D-FFB3-4B6C-9D2F-D6DD687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評価表比較</a:t>
            </a:r>
          </a:p>
        </p:txBody>
      </p:sp>
      <p:sp>
        <p:nvSpPr>
          <p:cNvPr id="4" name="title-17003__s018o004">
            <a:extLst xmlns:a="http://schemas.openxmlformats.org/drawingml/2006/main">
              <a:ext uri="{FF2B5EF4-FFF2-40B4-BE49-F238E27FC236}">
                <a16:creationId xmlns:a16="http://schemas.microsoft.com/office/drawing/2014/main" id="{7ABAFF39-A009-49B9-9D35-E160153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案Bは初期費用が高いが、運用負荷を抑える</a:t>
            </a:r>
          </a:p>
        </p:txBody>
      </p:sp>
      <p:sp>
        <p:nvSpPr>
          <p:cNvPr id="5" name="rule-17004__s018o005">
            <a:extLst xmlns:a="http://schemas.openxmlformats.org/drawingml/2006/main">
              <a:ext uri="{FF2B5EF4-FFF2-40B4-BE49-F238E27FC236}">
                <a16:creationId xmlns:a16="http://schemas.microsoft.com/office/drawing/2014/main" id="{70F7274B-7390-4E9A-ABF7-364C92E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7005__s018o006">
            <a:extLst xmlns:a="http://schemas.openxmlformats.org/drawingml/2006/main">
              <a:ext uri="{FF2B5EF4-FFF2-40B4-BE49-F238E27FC236}">
                <a16:creationId xmlns:a16="http://schemas.microsoft.com/office/drawing/2014/main" id="{850AB6A6-C0A7-4977-B648-C5365F80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7006__s018o007">
            <a:extLst xmlns:a="http://schemas.openxmlformats.org/drawingml/2006/main">
              <a:ext uri="{FF2B5EF4-FFF2-40B4-BE49-F238E27FC236}">
                <a16:creationId xmlns:a16="http://schemas.microsoft.com/office/drawing/2014/main" id="{FDE94A5D-2B61-4D62-9ACF-BAE7CF3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comparison  |  comparison  |  架空データ</a:t>
            </a:r>
          </a:p>
        </p:txBody>
      </p:sp>
      <p:sp>
        <p:nvSpPr>
          <p:cNvPr id="8" name="page-number-17007__s018o008">
            <a:extLst xmlns:a="http://schemas.openxmlformats.org/drawingml/2006/main">
              <a:ext uri="{FF2B5EF4-FFF2-40B4-BE49-F238E27FC236}">
                <a16:creationId xmlns:a16="http://schemas.microsoft.com/office/drawing/2014/main" id="{036C81B7-DBD2-4D42-B94A-79A1DEB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graphicFrame>
        <p:nvGraphicFramePr>
          <p:cNvPr id="9" name="object__s018o009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評価軸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案B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初期費用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導入期間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2か月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3か月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8か月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運用負荷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拡張性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移行リスク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allout-17008__s018o010">
            <a:extLst xmlns:a="http://schemas.openxmlformats.org/drawingml/2006/main">
              <a:ext uri="{FF2B5EF4-FFF2-40B4-BE49-F238E27FC236}">
                <a16:creationId xmlns:a16="http://schemas.microsoft.com/office/drawing/2014/main" id="{04BEC73D-82AC-4BA3-9330-389E4FB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callout-text-17009__s018o011">
            <a:extLst xmlns:a="http://schemas.openxmlformats.org/drawingml/2006/main">
              <a:ext uri="{FF2B5EF4-FFF2-40B4-BE49-F238E27FC236}">
                <a16:creationId xmlns:a16="http://schemas.microsoft.com/office/drawing/2014/main" id="{776AF74A-24A8-43D5-A8EF-0B79A8BA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推奨：案B。段階導入で統制を維持しながら効果を検証する</a:t>
            </a:r>
          </a:p>
        </p:txBody>
      </p:sp>
    </p:spTree>
    <p:extLst>
      <p:ext uri="{BB962C8B-B14F-4D97-AF65-F5344CB8AC3E}">
        <p14:creationId xmlns:p14="http://schemas.microsoft.com/office/powerpoint/2010/main" val="577755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19o001"/>
        <p:cNvGrpSpPr/>
        <p:nvPr/>
      </p:nvGrpSpPr>
      <p:grpSpPr>
        <a:xfrm xmlns:a="http://schemas.openxmlformats.org/drawingml/2006/main"/>
      </p:grpSpPr>
      <p:sp>
        <p:nvSpPr>
          <p:cNvPr id="2" name="label-18001__s019o002">
            <a:extLst xmlns:a="http://schemas.openxmlformats.org/drawingml/2006/main">
              <a:ext uri="{FF2B5EF4-FFF2-40B4-BE49-F238E27FC236}">
                <a16:creationId xmlns:a16="http://schemas.microsoft.com/office/drawing/2014/main" id="{16832C6E-73D0-436A-8C6E-B5A5D831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8002__s019o003">
            <a:extLst xmlns:a="http://schemas.openxmlformats.org/drawingml/2006/main">
              <a:ext uri="{FF2B5EF4-FFF2-40B4-BE49-F238E27FC236}">
                <a16:creationId xmlns:a16="http://schemas.microsoft.com/office/drawing/2014/main" id="{3D943573-34DF-4888-A893-DD2E232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並列比較</a:t>
            </a:r>
          </a:p>
        </p:txBody>
      </p:sp>
      <p:sp>
        <p:nvSpPr>
          <p:cNvPr id="4" name="title-18003__s019o004">
            <a:extLst xmlns:a="http://schemas.openxmlformats.org/drawingml/2006/main">
              <a:ext uri="{FF2B5EF4-FFF2-40B4-BE49-F238E27FC236}">
                <a16:creationId xmlns:a16="http://schemas.microsoft.com/office/drawing/2014/main" id="{5A8435E9-FD55-4284-8612-09F2F882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案Bは初期費用が高いが、運用負荷を抑える</a:t>
            </a:r>
          </a:p>
        </p:txBody>
      </p:sp>
      <p:sp>
        <p:nvSpPr>
          <p:cNvPr id="5" name="rule-18004__s019o005">
            <a:extLst xmlns:a="http://schemas.openxmlformats.org/drawingml/2006/main">
              <a:ext uri="{FF2B5EF4-FFF2-40B4-BE49-F238E27FC236}">
                <a16:creationId xmlns:a16="http://schemas.microsoft.com/office/drawing/2014/main" id="{7AFCED22-B11A-433B-9C47-F8171A89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8005__s019o006">
            <a:extLst xmlns:a="http://schemas.openxmlformats.org/drawingml/2006/main">
              <a:ext uri="{FF2B5EF4-FFF2-40B4-BE49-F238E27FC236}">
                <a16:creationId xmlns:a16="http://schemas.microsoft.com/office/drawing/2014/main" id="{CC0E5FDC-AEEF-415E-9B84-08B08F4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8006__s019o007">
            <a:extLst xmlns:a="http://schemas.openxmlformats.org/drawingml/2006/main">
              <a:ext uri="{FF2B5EF4-FFF2-40B4-BE49-F238E27FC236}">
                <a16:creationId xmlns:a16="http://schemas.microsoft.com/office/drawing/2014/main" id="{2BC9406E-5CC6-4555-BED8-6423B0A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comparison-side-by-side  |  comparison  |  架空データ</a:t>
            </a:r>
          </a:p>
        </p:txBody>
      </p:sp>
      <p:sp>
        <p:nvSpPr>
          <p:cNvPr id="8" name="page-number-18007__s019o008">
            <a:extLst xmlns:a="http://schemas.openxmlformats.org/drawingml/2006/main">
              <a:ext uri="{FF2B5EF4-FFF2-40B4-BE49-F238E27FC236}">
                <a16:creationId xmlns:a16="http://schemas.microsoft.com/office/drawing/2014/main" id="{4E70086C-0B18-4929-A62B-0E48CBC7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9" name="comparison-card-18008__s019o009">
            <a:extLst xmlns:a="http://schemas.openxmlformats.org/drawingml/2006/main">
              <a:ext uri="{FF2B5EF4-FFF2-40B4-BE49-F238E27FC236}">
                <a16:creationId xmlns:a16="http://schemas.microsoft.com/office/drawing/2014/main" id="{1C468FDD-2EE3-43D5-81AF-5B309E04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0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label-18009__s019o010">
            <a:extLst xmlns:a="http://schemas.openxmlformats.org/drawingml/2006/main">
              <a:ext uri="{FF2B5EF4-FFF2-40B4-BE49-F238E27FC236}">
                <a16:creationId xmlns:a16="http://schemas.microsoft.com/office/drawing/2014/main" id="{99194462-FFBD-4728-9AC3-C05A9DC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案A</a:t>
            </a:r>
          </a:p>
        </p:txBody>
      </p:sp>
      <p:sp>
        <p:nvSpPr>
          <p:cNvPr id="11" name="option-title-18010__s019o011">
            <a:extLst xmlns:a="http://schemas.openxmlformats.org/drawingml/2006/main">
              <a:ext uri="{FF2B5EF4-FFF2-40B4-BE49-F238E27FC236}">
                <a16:creationId xmlns:a16="http://schemas.microsoft.com/office/drawing/2014/main" id="{32A09321-741D-461D-BBB5-80E30E17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現行拡張</a:t>
            </a:r>
          </a:p>
        </p:txBody>
      </p:sp>
      <p:sp>
        <p:nvSpPr>
          <p:cNvPr id="12" name="bullet-18011__s019o012">
            <a:extLst xmlns:a="http://schemas.openxmlformats.org/drawingml/2006/main">
              <a:ext uri="{FF2B5EF4-FFF2-40B4-BE49-F238E27FC236}">
                <a16:creationId xmlns:a16="http://schemas.microsoft.com/office/drawing/2014/main" id="{D7EF9497-CFB0-4C15-8134-9B060F0D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18012__s019o013">
            <a:extLst xmlns:a="http://schemas.openxmlformats.org/drawingml/2006/main">
              <a:ext uri="{FF2B5EF4-FFF2-40B4-BE49-F238E27FC236}">
                <a16:creationId xmlns:a16="http://schemas.microsoft.com/office/drawing/2014/main" id="{415E6AAE-26CA-4064-B3F2-F35E4871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初期費用：低</a:t>
            </a:r>
          </a:p>
        </p:txBody>
      </p:sp>
      <p:sp>
        <p:nvSpPr>
          <p:cNvPr id="14" name="bullet-18013__s019o014">
            <a:extLst xmlns:a="http://schemas.openxmlformats.org/drawingml/2006/main">
              <a:ext uri="{FF2B5EF4-FFF2-40B4-BE49-F238E27FC236}">
                <a16:creationId xmlns:a16="http://schemas.microsoft.com/office/drawing/2014/main" id="{B9251295-5F1C-4BA2-BF91-A0BC91D7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18014__s019o015">
            <a:extLst xmlns:a="http://schemas.openxmlformats.org/drawingml/2006/main">
              <a:ext uri="{FF2B5EF4-FFF2-40B4-BE49-F238E27FC236}">
                <a16:creationId xmlns:a16="http://schemas.microsoft.com/office/drawing/2014/main" id="{62728B58-17DF-4A9B-B549-6983E9CF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期間：2か月</a:t>
            </a:r>
          </a:p>
        </p:txBody>
      </p:sp>
      <p:sp>
        <p:nvSpPr>
          <p:cNvPr id="16" name="bullet-18015__s019o016">
            <a:extLst xmlns:a="http://schemas.openxmlformats.org/drawingml/2006/main">
              <a:ext uri="{FF2B5EF4-FFF2-40B4-BE49-F238E27FC236}">
                <a16:creationId xmlns:a16="http://schemas.microsoft.com/office/drawing/2014/main" id="{9C20771F-E784-4224-B832-05760B3A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8016__s019o017">
            <a:extLst xmlns:a="http://schemas.openxmlformats.org/drawingml/2006/main">
              <a:ext uri="{FF2B5EF4-FFF2-40B4-BE49-F238E27FC236}">
                <a16:creationId xmlns:a16="http://schemas.microsoft.com/office/drawing/2014/main" id="{6B0C398B-52AF-460D-BE93-BC94226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運用負荷：高</a:t>
            </a:r>
          </a:p>
        </p:txBody>
      </p:sp>
      <p:sp>
        <p:nvSpPr>
          <p:cNvPr id="18" name="comparison-card-18017__s019o018">
            <a:extLst xmlns:a="http://schemas.openxmlformats.org/drawingml/2006/main">
              <a:ext uri="{FF2B5EF4-FFF2-40B4-BE49-F238E27FC236}">
                <a16:creationId xmlns:a16="http://schemas.microsoft.com/office/drawing/2014/main" id="{B648B2F0-4D9E-4F23-B4C7-CA7954A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20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label-18018__s019o019">
            <a:extLst xmlns:a="http://schemas.openxmlformats.org/drawingml/2006/main">
              <a:ext uri="{FF2B5EF4-FFF2-40B4-BE49-F238E27FC236}">
                <a16:creationId xmlns:a16="http://schemas.microsoft.com/office/drawing/2014/main" id="{594EF91D-084C-42A4-ACB9-ED979499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案B</a:t>
            </a:r>
          </a:p>
        </p:txBody>
      </p:sp>
      <p:sp>
        <p:nvSpPr>
          <p:cNvPr id="20" name="option-title-18019__s019o020">
            <a:extLst xmlns:a="http://schemas.openxmlformats.org/drawingml/2006/main">
              <a:ext uri="{FF2B5EF4-FFF2-40B4-BE49-F238E27FC236}">
                <a16:creationId xmlns:a16="http://schemas.microsoft.com/office/drawing/2014/main" id="{BE3C6370-17DA-4729-AA44-7830044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段階導入</a:t>
            </a:r>
          </a:p>
        </p:txBody>
      </p:sp>
      <p:sp>
        <p:nvSpPr>
          <p:cNvPr id="21" name="bullet-18020__s019o021">
            <a:extLst xmlns:a="http://schemas.openxmlformats.org/drawingml/2006/main">
              <a:ext uri="{FF2B5EF4-FFF2-40B4-BE49-F238E27FC236}">
                <a16:creationId xmlns:a16="http://schemas.microsoft.com/office/drawing/2014/main" id="{B049C1AB-CFD5-4804-8092-A259961F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18021__s019o022">
            <a:extLst xmlns:a="http://schemas.openxmlformats.org/drawingml/2006/main">
              <a:ext uri="{FF2B5EF4-FFF2-40B4-BE49-F238E27FC236}">
                <a16:creationId xmlns:a16="http://schemas.microsoft.com/office/drawing/2014/main" id="{8D4E45A8-E782-4449-A82F-405AD9A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初期費用：中</a:t>
            </a:r>
          </a:p>
        </p:txBody>
      </p:sp>
      <p:sp>
        <p:nvSpPr>
          <p:cNvPr id="23" name="bullet-18022__s019o023">
            <a:extLst xmlns:a="http://schemas.openxmlformats.org/drawingml/2006/main">
              <a:ext uri="{FF2B5EF4-FFF2-40B4-BE49-F238E27FC236}">
                <a16:creationId xmlns:a16="http://schemas.microsoft.com/office/drawing/2014/main" id="{D44E1269-85B2-41D9-B02D-2C79497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8023__s019o024">
            <a:extLst xmlns:a="http://schemas.openxmlformats.org/drawingml/2006/main">
              <a:ext uri="{FF2B5EF4-FFF2-40B4-BE49-F238E27FC236}">
                <a16:creationId xmlns:a16="http://schemas.microsoft.com/office/drawing/2014/main" id="{AFC1D2A0-0190-45F7-A6E1-AFE42FC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337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期間：3か月</a:t>
            </a:r>
          </a:p>
        </p:txBody>
      </p:sp>
      <p:sp>
        <p:nvSpPr>
          <p:cNvPr id="25" name="bullet-18024__s019o025">
            <a:extLst xmlns:a="http://schemas.openxmlformats.org/drawingml/2006/main">
              <a:ext uri="{FF2B5EF4-FFF2-40B4-BE49-F238E27FC236}">
                <a16:creationId xmlns:a16="http://schemas.microsoft.com/office/drawing/2014/main" id="{840EA366-AA6A-4393-B4B2-2836900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8025__s019o026">
            <a:extLst xmlns:a="http://schemas.openxmlformats.org/drawingml/2006/main">
              <a:ext uri="{FF2B5EF4-FFF2-40B4-BE49-F238E27FC236}">
                <a16:creationId xmlns:a16="http://schemas.microsoft.com/office/drawing/2014/main" id="{EE958360-11B8-495F-B6BE-813126B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運用負荷：低</a:t>
            </a:r>
          </a:p>
        </p:txBody>
      </p:sp>
      <p:sp>
        <p:nvSpPr>
          <p:cNvPr id="27" name="comparison-card-18026__s019o027">
            <a:extLst xmlns:a="http://schemas.openxmlformats.org/drawingml/2006/main">
              <a:ext uri="{FF2B5EF4-FFF2-40B4-BE49-F238E27FC236}">
                <a16:creationId xmlns:a16="http://schemas.microsoft.com/office/drawing/2014/main" id="{FC000EDA-38A9-4A9C-A946-0EE8F20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9250"/>
            <a:ext cx="320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8" name="label-18027__s019o028">
            <a:extLst xmlns:a="http://schemas.openxmlformats.org/drawingml/2006/main">
              <a:ext uri="{FF2B5EF4-FFF2-40B4-BE49-F238E27FC236}">
                <a16:creationId xmlns:a16="http://schemas.microsoft.com/office/drawing/2014/main" id="{9447225F-E4D6-45C2-89F2-1FA76B2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案C</a:t>
            </a:r>
          </a:p>
        </p:txBody>
      </p:sp>
      <p:sp>
        <p:nvSpPr>
          <p:cNvPr id="29" name="option-title-18028__s019o029">
            <a:extLst xmlns:a="http://schemas.openxmlformats.org/drawingml/2006/main">
              <a:ext uri="{FF2B5EF4-FFF2-40B4-BE49-F238E27FC236}">
                <a16:creationId xmlns:a16="http://schemas.microsoft.com/office/drawing/2014/main" id="{9FC39C73-BBF8-4681-A8FB-244A671E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全面刷新</a:t>
            </a:r>
          </a:p>
        </p:txBody>
      </p:sp>
      <p:sp>
        <p:nvSpPr>
          <p:cNvPr id="30" name="bullet-18029__s019o030">
            <a:extLst xmlns:a="http://schemas.openxmlformats.org/drawingml/2006/main">
              <a:ext uri="{FF2B5EF4-FFF2-40B4-BE49-F238E27FC236}">
                <a16:creationId xmlns:a16="http://schemas.microsoft.com/office/drawing/2014/main" id="{1B7393A2-D2C4-4A58-9216-D77BEBF7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ullet-text-18030__s019o031">
            <a:extLst xmlns:a="http://schemas.openxmlformats.org/drawingml/2006/main">
              <a:ext uri="{FF2B5EF4-FFF2-40B4-BE49-F238E27FC236}">
                <a16:creationId xmlns:a16="http://schemas.microsoft.com/office/drawing/2014/main" id="{C4BDB10C-3962-4889-9F96-8D8FA22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初期費用：高</a:t>
            </a:r>
          </a:p>
        </p:txBody>
      </p:sp>
      <p:sp>
        <p:nvSpPr>
          <p:cNvPr id="32" name="bullet-18031__s019o032">
            <a:extLst xmlns:a="http://schemas.openxmlformats.org/drawingml/2006/main">
              <a:ext uri="{FF2B5EF4-FFF2-40B4-BE49-F238E27FC236}">
                <a16:creationId xmlns:a16="http://schemas.microsoft.com/office/drawing/2014/main" id="{80FF4F83-49C0-40C1-A34E-6475F3D9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ullet-text-18032__s019o033">
            <a:extLst xmlns:a="http://schemas.openxmlformats.org/drawingml/2006/main">
              <a:ext uri="{FF2B5EF4-FFF2-40B4-BE49-F238E27FC236}">
                <a16:creationId xmlns:a16="http://schemas.microsoft.com/office/drawing/2014/main" id="{91F306BB-B82F-4772-92BA-7ACCB92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期間：8か月</a:t>
            </a:r>
          </a:p>
        </p:txBody>
      </p:sp>
      <p:sp>
        <p:nvSpPr>
          <p:cNvPr id="34" name="bullet-18033__s019o034">
            <a:extLst xmlns:a="http://schemas.openxmlformats.org/drawingml/2006/main">
              <a:ext uri="{FF2B5EF4-FFF2-40B4-BE49-F238E27FC236}">
                <a16:creationId xmlns:a16="http://schemas.microsoft.com/office/drawing/2014/main" id="{7F2266F2-8C41-41BF-A8C6-4F11AF57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43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ullet-text-18034__s019o035">
            <a:extLst xmlns:a="http://schemas.openxmlformats.org/drawingml/2006/main">
              <a:ext uri="{FF2B5EF4-FFF2-40B4-BE49-F238E27FC236}">
                <a16:creationId xmlns:a16="http://schemas.microsoft.com/office/drawing/2014/main" id="{925988E0-D41E-4F4C-BF79-0072D12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運用負荷：中</a:t>
            </a:r>
          </a:p>
        </p:txBody>
      </p:sp>
      <p:sp>
        <p:nvSpPr>
          <p:cNvPr id="36" name="callout-18035__s019o036">
            <a:extLst xmlns:a="http://schemas.openxmlformats.org/drawingml/2006/main">
              <a:ext uri="{FF2B5EF4-FFF2-40B4-BE49-F238E27FC236}">
                <a16:creationId xmlns:a16="http://schemas.microsoft.com/office/drawing/2014/main" id="{52CA5777-D5B5-43D0-B505-295EE9E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callout-text-18036__s019o037">
            <a:extLst xmlns:a="http://schemas.openxmlformats.org/drawingml/2006/main">
              <a:ext uri="{FF2B5EF4-FFF2-40B4-BE49-F238E27FC236}">
                <a16:creationId xmlns:a16="http://schemas.microsoft.com/office/drawing/2014/main" id="{048CD8D8-1412-484A-A7A6-02EBAF8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推奨：案B。段階導入で統制を維持しながら効果を検証する</a:t>
            </a:r>
          </a:p>
        </p:txBody>
      </p:sp>
    </p:spTree>
    <p:extLst>
      <p:ext uri="{BB962C8B-B14F-4D97-AF65-F5344CB8AC3E}">
        <p14:creationId xmlns:p14="http://schemas.microsoft.com/office/powerpoint/2010/main" val="877411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0o001"/>
        <p:cNvGrpSpPr/>
        <p:nvPr/>
      </p:nvGrpSpPr>
      <p:grpSpPr>
        <a:xfrm xmlns:a="http://schemas.openxmlformats.org/drawingml/2006/main"/>
      </p:grpSpPr>
      <p:sp>
        <p:nvSpPr>
          <p:cNvPr id="2" name="label-19001__s020o002">
            <a:extLst xmlns:a="http://schemas.openxmlformats.org/drawingml/2006/main">
              <a:ext uri="{FF2B5EF4-FFF2-40B4-BE49-F238E27FC236}">
                <a16:creationId xmlns:a16="http://schemas.microsoft.com/office/drawing/2014/main" id="{C5957032-52B3-4B56-B185-28BE72E7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19002__s020o003">
            <a:extLst xmlns:a="http://schemas.openxmlformats.org/drawingml/2006/main">
              <a:ext uri="{FF2B5EF4-FFF2-40B4-BE49-F238E27FC236}">
                <a16:creationId xmlns:a16="http://schemas.microsoft.com/office/drawing/2014/main" id="{ADE8098D-E5E7-4DCE-959D-56C7CE0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Before / After</a:t>
            </a:r>
          </a:p>
        </p:txBody>
      </p:sp>
      <p:sp>
        <p:nvSpPr>
          <p:cNvPr id="4" name="title-19003__s020o004">
            <a:extLst xmlns:a="http://schemas.openxmlformats.org/drawingml/2006/main">
              <a:ext uri="{FF2B5EF4-FFF2-40B4-BE49-F238E27FC236}">
                <a16:creationId xmlns:a16="http://schemas.microsoft.com/office/drawing/2014/main" id="{E9C6759E-39BB-4F88-9AA0-DDB31C94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受付から承認までを一つの流れへ統合する</a:t>
            </a:r>
          </a:p>
        </p:txBody>
      </p:sp>
      <p:sp>
        <p:nvSpPr>
          <p:cNvPr id="5" name="rule-19004__s020o005">
            <a:extLst xmlns:a="http://schemas.openxmlformats.org/drawingml/2006/main">
              <a:ext uri="{FF2B5EF4-FFF2-40B4-BE49-F238E27FC236}">
                <a16:creationId xmlns:a16="http://schemas.microsoft.com/office/drawing/2014/main" id="{EEA186C6-4DCE-4A14-9B53-74C19A43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19005__s020o006">
            <a:extLst xmlns:a="http://schemas.openxmlformats.org/drawingml/2006/main">
              <a:ext uri="{FF2B5EF4-FFF2-40B4-BE49-F238E27FC236}">
                <a16:creationId xmlns:a16="http://schemas.microsoft.com/office/drawing/2014/main" id="{C46F1664-3D14-4B20-BEA0-0B33E5D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9006__s020o007">
            <a:extLst xmlns:a="http://schemas.openxmlformats.org/drawingml/2006/main">
              <a:ext uri="{FF2B5EF4-FFF2-40B4-BE49-F238E27FC236}">
                <a16:creationId xmlns:a16="http://schemas.microsoft.com/office/drawing/2014/main" id="{39458386-4333-4F59-994A-BC5ACFA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before-after  |  comparison  |  架空データ</a:t>
            </a:r>
          </a:p>
        </p:txBody>
      </p:sp>
      <p:sp>
        <p:nvSpPr>
          <p:cNvPr id="8" name="page-number-19007__s020o008">
            <a:extLst xmlns:a="http://schemas.openxmlformats.org/drawingml/2006/main">
              <a:ext uri="{FF2B5EF4-FFF2-40B4-BE49-F238E27FC236}">
                <a16:creationId xmlns:a16="http://schemas.microsoft.com/office/drawing/2014/main" id="{19125EDB-1707-483F-A2AF-3CFCAC1E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9" name="before-panel-19008__s020o009">
            <a:extLst xmlns:a="http://schemas.openxmlformats.org/drawingml/2006/main">
              <a:ext uri="{FF2B5EF4-FFF2-40B4-BE49-F238E27FC236}">
                <a16:creationId xmlns:a16="http://schemas.microsoft.com/office/drawing/2014/main" id="{EFCD6F40-696E-41E4-85B2-3F1B181F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after-panel-19009__s020o010">
            <a:extLst xmlns:a="http://schemas.openxmlformats.org/drawingml/2006/main">
              <a:ext uri="{FF2B5EF4-FFF2-40B4-BE49-F238E27FC236}">
                <a16:creationId xmlns:a16="http://schemas.microsoft.com/office/drawing/2014/main" id="{76DE30EB-53F4-4C4D-9544-1DC3283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1" name="label-19010__s020o011">
            <a:extLst xmlns:a="http://schemas.openxmlformats.org/drawingml/2006/main">
              <a:ext uri="{FF2B5EF4-FFF2-40B4-BE49-F238E27FC236}">
                <a16:creationId xmlns:a16="http://schemas.microsoft.com/office/drawing/2014/main" id="{3EB2177E-BDD4-4505-BA04-B967A8E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BEFORE / 現状</a:t>
            </a:r>
          </a:p>
        </p:txBody>
      </p:sp>
      <p:sp>
        <p:nvSpPr>
          <p:cNvPr id="12" name="label-19011__s020o012">
            <a:extLst xmlns:a="http://schemas.openxmlformats.org/drawingml/2006/main">
              <a:ext uri="{FF2B5EF4-FFF2-40B4-BE49-F238E27FC236}">
                <a16:creationId xmlns:a16="http://schemas.microsoft.com/office/drawing/2014/main" id="{B0D95367-F933-46B2-AB55-1984F7D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05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AFTER / 改善</a:t>
            </a:r>
          </a:p>
        </p:txBody>
      </p:sp>
      <p:sp>
        <p:nvSpPr>
          <p:cNvPr id="13" name="bullet-19012__s020o013">
            <a:extLst xmlns:a="http://schemas.openxmlformats.org/drawingml/2006/main">
              <a:ext uri="{FF2B5EF4-FFF2-40B4-BE49-F238E27FC236}">
                <a16:creationId xmlns:a16="http://schemas.microsoft.com/office/drawing/2014/main" id="{0D44A9EC-F13B-4EEA-A052-68B5A54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19013__s020o014">
            <a:extLst xmlns:a="http://schemas.openxmlformats.org/drawingml/2006/main">
              <a:ext uri="{FF2B5EF4-FFF2-40B4-BE49-F238E27FC236}">
                <a16:creationId xmlns:a16="http://schemas.microsoft.com/office/drawing/2014/main" id="{D55CABF8-6FBB-4624-827D-C31E1FB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メールで受付</a:t>
            </a:r>
          </a:p>
        </p:txBody>
      </p:sp>
      <p:sp>
        <p:nvSpPr>
          <p:cNvPr id="15" name="bullet-19014__s020o015">
            <a:extLst xmlns:a="http://schemas.openxmlformats.org/drawingml/2006/main">
              <a:ext uri="{FF2B5EF4-FFF2-40B4-BE49-F238E27FC236}">
                <a16:creationId xmlns:a16="http://schemas.microsoft.com/office/drawing/2014/main" id="{6254726C-8555-45EA-9E8E-B3206BAB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19015__s020o016">
            <a:extLst xmlns:a="http://schemas.openxmlformats.org/drawingml/2006/main">
              <a:ext uri="{FF2B5EF4-FFF2-40B4-BE49-F238E27FC236}">
                <a16:creationId xmlns:a16="http://schemas.microsoft.com/office/drawing/2014/main" id="{F7EB6921-1105-41CA-AFCD-6C42A5D3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担当者が手動振分け</a:t>
            </a:r>
          </a:p>
        </p:txBody>
      </p:sp>
      <p:sp>
        <p:nvSpPr>
          <p:cNvPr id="17" name="bullet-19016__s020o017">
            <a:extLst xmlns:a="http://schemas.openxmlformats.org/drawingml/2006/main">
              <a:ext uri="{FF2B5EF4-FFF2-40B4-BE49-F238E27FC236}">
                <a16:creationId xmlns:a16="http://schemas.microsoft.com/office/drawing/2014/main" id="{55F3B24B-30B0-4C40-954F-F087501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19017__s020o018">
            <a:extLst xmlns:a="http://schemas.openxmlformats.org/drawingml/2006/main">
              <a:ext uri="{FF2B5EF4-FFF2-40B4-BE49-F238E27FC236}">
                <a16:creationId xmlns:a16="http://schemas.microsoft.com/office/drawing/2014/main" id="{06258740-981C-4A62-BCFD-6E4EE09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進捗は個別に確認</a:t>
            </a:r>
          </a:p>
        </p:txBody>
      </p:sp>
      <p:sp>
        <p:nvSpPr>
          <p:cNvPr id="19" name="bullet-19018__s020o019">
            <a:extLst xmlns:a="http://schemas.openxmlformats.org/drawingml/2006/main">
              <a:ext uri="{FF2B5EF4-FFF2-40B4-BE49-F238E27FC236}">
                <a16:creationId xmlns:a16="http://schemas.microsoft.com/office/drawing/2014/main" id="{5E1574B9-4053-4CCD-8461-9286FA41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text-19019__s020o020">
            <a:extLst xmlns:a="http://schemas.openxmlformats.org/drawingml/2006/main">
              <a:ext uri="{FF2B5EF4-FFF2-40B4-BE49-F238E27FC236}">
                <a16:creationId xmlns:a16="http://schemas.microsoft.com/office/drawing/2014/main" id="{1200F38D-E1EB-4E5F-AAEE-4C4996D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例外処理の記録が分散</a:t>
            </a:r>
          </a:p>
        </p:txBody>
      </p:sp>
      <p:sp>
        <p:nvSpPr>
          <p:cNvPr id="21" name="bullet-19020__s020o021">
            <a:extLst xmlns:a="http://schemas.openxmlformats.org/drawingml/2006/main">
              <a:ext uri="{FF2B5EF4-FFF2-40B4-BE49-F238E27FC236}">
                <a16:creationId xmlns:a16="http://schemas.microsoft.com/office/drawing/2014/main" id="{EF31B73D-7F83-48B6-BCA5-A32F8B6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81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19021__s020o022">
            <a:extLst xmlns:a="http://schemas.openxmlformats.org/drawingml/2006/main">
              <a:ext uri="{FF2B5EF4-FFF2-40B4-BE49-F238E27FC236}">
                <a16:creationId xmlns:a16="http://schemas.microsoft.com/office/drawing/2014/main" id="{4F4CA5A2-969B-4BA9-ABFB-BE6153EC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共通フォームで受付</a:t>
            </a:r>
          </a:p>
        </p:txBody>
      </p:sp>
      <p:sp>
        <p:nvSpPr>
          <p:cNvPr id="23" name="bullet-19022__s020o023">
            <a:extLst xmlns:a="http://schemas.openxmlformats.org/drawingml/2006/main">
              <a:ext uri="{FF2B5EF4-FFF2-40B4-BE49-F238E27FC236}">
                <a16:creationId xmlns:a16="http://schemas.microsoft.com/office/drawing/2014/main" id="{492F4A2D-7C12-410C-8312-F82F906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76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19023__s020o024">
            <a:extLst xmlns:a="http://schemas.openxmlformats.org/drawingml/2006/main">
              <a:ext uri="{FF2B5EF4-FFF2-40B4-BE49-F238E27FC236}">
                <a16:creationId xmlns:a16="http://schemas.microsoft.com/office/drawing/2014/main" id="{FB2FD4CA-F188-4883-BBFA-49D190B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条件により自動振分け</a:t>
            </a:r>
          </a:p>
        </p:txBody>
      </p:sp>
      <p:sp>
        <p:nvSpPr>
          <p:cNvPr id="25" name="bullet-19024__s020o025">
            <a:extLst xmlns:a="http://schemas.openxmlformats.org/drawingml/2006/main">
              <a:ext uri="{FF2B5EF4-FFF2-40B4-BE49-F238E27FC236}">
                <a16:creationId xmlns:a16="http://schemas.microsoft.com/office/drawing/2014/main" id="{461AFB8B-6926-4FDA-8D47-0DCAF84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71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19025__s020o026">
            <a:extLst xmlns:a="http://schemas.openxmlformats.org/drawingml/2006/main">
              <a:ext uri="{FF2B5EF4-FFF2-40B4-BE49-F238E27FC236}">
                <a16:creationId xmlns:a16="http://schemas.microsoft.com/office/drawing/2014/main" id="{F951F473-AD04-4A11-9C52-A1AD9F53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671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状態を一画面で追跡</a:t>
            </a:r>
          </a:p>
        </p:txBody>
      </p:sp>
      <p:sp>
        <p:nvSpPr>
          <p:cNvPr id="27" name="bullet-19026__s020o027">
            <a:extLst xmlns:a="http://schemas.openxmlformats.org/drawingml/2006/main">
              <a:ext uri="{FF2B5EF4-FFF2-40B4-BE49-F238E27FC236}">
                <a16:creationId xmlns:a16="http://schemas.microsoft.com/office/drawing/2014/main" id="{A84B6184-FF72-4321-80E6-5E7DECC4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text-19027__s020o028">
            <a:extLst xmlns:a="http://schemas.openxmlformats.org/drawingml/2006/main">
              <a:ext uri="{FF2B5EF4-FFF2-40B4-BE49-F238E27FC236}">
                <a16:creationId xmlns:a16="http://schemas.microsoft.com/office/drawing/2014/main" id="{F4D4FD17-9FF7-4737-B969-48B3D7E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62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例外と承認履歴を保存</a:t>
            </a:r>
          </a:p>
        </p:txBody>
      </p:sp>
      <p:sp>
        <p:nvSpPr>
          <p:cNvPr id="29" name="transition-19028__s020o029">
            <a:extLst xmlns:a="http://schemas.openxmlformats.org/drawingml/2006/main">
              <a:ext uri="{FF2B5EF4-FFF2-40B4-BE49-F238E27FC236}">
                <a16:creationId xmlns:a16="http://schemas.microsoft.com/office/drawing/2014/main" id="{F5B55B12-0D4A-47DF-8B6B-BFB86B12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71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ansition-arrow-19029__s020o030">
            <a:extLst xmlns:a="http://schemas.openxmlformats.org/drawingml/2006/main">
              <a:ext uri="{FF2B5EF4-FFF2-40B4-BE49-F238E27FC236}">
                <a16:creationId xmlns:a16="http://schemas.microsoft.com/office/drawing/2014/main" id="{C47F36DE-8CF2-401C-92C7-EF3B220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718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1" name="callout-19030__s020o031">
            <a:extLst xmlns:a="http://schemas.openxmlformats.org/drawingml/2006/main">
              <a:ext uri="{FF2B5EF4-FFF2-40B4-BE49-F238E27FC236}">
                <a16:creationId xmlns:a16="http://schemas.microsoft.com/office/drawing/2014/main" id="{9E36FB88-2476-4370-9CB3-C05DC1C3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640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callout-text-19031__s020o032">
            <a:extLst xmlns:a="http://schemas.openxmlformats.org/drawingml/2006/main">
              <a:ext uri="{FF2B5EF4-FFF2-40B4-BE49-F238E27FC236}">
                <a16:creationId xmlns:a16="http://schemas.microsoft.com/office/drawing/2014/main" id="{7EF35E29-A223-40AE-BF5A-257A2F17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05450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効果：待ち時間を減らし、監査可能性を高める</a:t>
            </a:r>
          </a:p>
        </p:txBody>
      </p:sp>
    </p:spTree>
    <p:extLst>
      <p:ext uri="{BB962C8B-B14F-4D97-AF65-F5344CB8AC3E}">
        <p14:creationId xmlns:p14="http://schemas.microsoft.com/office/powerpoint/2010/main" val="2475531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1o001"/>
        <p:cNvGrpSpPr/>
        <p:nvPr/>
      </p:nvGrpSpPr>
      <p:grpSpPr>
        <a:xfrm xmlns:a="http://schemas.openxmlformats.org/drawingml/2006/main"/>
      </p:grpSpPr>
      <p:sp>
        <p:nvSpPr>
          <p:cNvPr id="2" name="label-20001__s021o002">
            <a:extLst xmlns:a="http://schemas.openxmlformats.org/drawingml/2006/main">
              <a:ext uri="{FF2B5EF4-FFF2-40B4-BE49-F238E27FC236}">
                <a16:creationId xmlns:a16="http://schemas.microsoft.com/office/drawing/2014/main" id="{70C30483-A8BA-49CB-9B91-7E7E9C45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0002__s021o003">
            <a:extLst xmlns:a="http://schemas.openxmlformats.org/drawingml/2006/main">
              <a:ext uri="{FF2B5EF4-FFF2-40B4-BE49-F238E27FC236}">
                <a16:creationId xmlns:a16="http://schemas.microsoft.com/office/drawing/2014/main" id="{C96D03A1-DF5C-44B8-8278-36A8162C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利点・懸念・条件</a:t>
            </a:r>
          </a:p>
        </p:txBody>
      </p:sp>
      <p:sp>
        <p:nvSpPr>
          <p:cNvPr id="4" name="title-20003__s021o004">
            <a:extLst xmlns:a="http://schemas.openxmlformats.org/drawingml/2006/main">
              <a:ext uri="{FF2B5EF4-FFF2-40B4-BE49-F238E27FC236}">
                <a16:creationId xmlns:a16="http://schemas.microsoft.com/office/drawing/2014/main" id="{7E0767CA-F8B9-4621-BCFE-8FB27501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段階導入には、評価条件の固定が前提となる</a:t>
            </a:r>
          </a:p>
        </p:txBody>
      </p:sp>
      <p:sp>
        <p:nvSpPr>
          <p:cNvPr id="5" name="rule-20004__s021o005">
            <a:extLst xmlns:a="http://schemas.openxmlformats.org/drawingml/2006/main">
              <a:ext uri="{FF2B5EF4-FFF2-40B4-BE49-F238E27FC236}">
                <a16:creationId xmlns:a16="http://schemas.microsoft.com/office/drawing/2014/main" id="{FF8443CC-ECD3-4C16-A0C5-02BA4D6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0005__s021o006">
            <a:extLst xmlns:a="http://schemas.openxmlformats.org/drawingml/2006/main">
              <a:ext uri="{FF2B5EF4-FFF2-40B4-BE49-F238E27FC236}">
                <a16:creationId xmlns:a16="http://schemas.microsoft.com/office/drawing/2014/main" id="{9C8C7CCF-1EFE-4A50-8271-896809D3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0006__s021o007">
            <a:extLst xmlns:a="http://schemas.openxmlformats.org/drawingml/2006/main">
              <a:ext uri="{FF2B5EF4-FFF2-40B4-BE49-F238E27FC236}">
                <a16:creationId xmlns:a16="http://schemas.microsoft.com/office/drawing/2014/main" id="{728AB5C4-801D-4FA6-927A-1030EAE9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pros-cons  |  comparison  |  架空データ</a:t>
            </a:r>
          </a:p>
        </p:txBody>
      </p:sp>
      <p:sp>
        <p:nvSpPr>
          <p:cNvPr id="8" name="page-number-20007__s021o008">
            <a:extLst xmlns:a="http://schemas.openxmlformats.org/drawingml/2006/main">
              <a:ext uri="{FF2B5EF4-FFF2-40B4-BE49-F238E27FC236}">
                <a16:creationId xmlns:a16="http://schemas.microsoft.com/office/drawing/2014/main" id="{17634C4D-D5DC-42ED-934A-82C329CD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9" name="pros-panel-20008__s021o009">
            <a:extLst xmlns:a="http://schemas.openxmlformats.org/drawingml/2006/main">
              <a:ext uri="{FF2B5EF4-FFF2-40B4-BE49-F238E27FC236}">
                <a16:creationId xmlns:a16="http://schemas.microsoft.com/office/drawing/2014/main" id="{05F301F7-616D-48DD-98FB-6A18F49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cons-panel-20009__s021o010">
            <a:extLst xmlns:a="http://schemas.openxmlformats.org/drawingml/2006/main">
              <a:ext uri="{FF2B5EF4-FFF2-40B4-BE49-F238E27FC236}">
                <a16:creationId xmlns:a16="http://schemas.microsoft.com/office/drawing/2014/main" id="{A438CA7C-0F13-4095-A8B1-6494A4E4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143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section-heading-20010__s021o011">
            <a:extLst xmlns:a="http://schemas.openxmlformats.org/drawingml/2006/main">
              <a:ext uri="{FF2B5EF4-FFF2-40B4-BE49-F238E27FC236}">
                <a16:creationId xmlns:a16="http://schemas.microsoft.com/office/drawing/2014/main" id="{B8D4D958-751D-4DA9-BACD-ED12CBC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利点</a:t>
            </a:r>
          </a:p>
        </p:txBody>
      </p:sp>
      <p:sp>
        <p:nvSpPr>
          <p:cNvPr id="12" name="section-heading-20011__s021o012">
            <a:extLst xmlns:a="http://schemas.openxmlformats.org/drawingml/2006/main">
              <a:ext uri="{FF2B5EF4-FFF2-40B4-BE49-F238E27FC236}">
                <a16:creationId xmlns:a16="http://schemas.microsoft.com/office/drawing/2014/main" id="{9C64EFC5-34AF-4341-832F-44C2294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懸念</a:t>
            </a:r>
          </a:p>
        </p:txBody>
      </p:sp>
      <p:sp>
        <p:nvSpPr>
          <p:cNvPr id="13" name="bullet-20012__s021o013">
            <a:extLst xmlns:a="http://schemas.openxmlformats.org/drawingml/2006/main">
              <a:ext uri="{FF2B5EF4-FFF2-40B4-BE49-F238E27FC236}">
                <a16:creationId xmlns:a16="http://schemas.microsoft.com/office/drawing/2014/main" id="{2487FCB6-22EF-4EBF-BCF1-548E3A52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20013__s021o014">
            <a:extLst xmlns:a="http://schemas.openxmlformats.org/drawingml/2006/main">
              <a:ext uri="{FF2B5EF4-FFF2-40B4-BE49-F238E27FC236}">
                <a16:creationId xmlns:a16="http://schemas.microsoft.com/office/drawing/2014/main" id="{114FE8EF-0EA2-4500-9171-61AE1CF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初期リスクを限定</a:t>
            </a:r>
          </a:p>
        </p:txBody>
      </p:sp>
      <p:sp>
        <p:nvSpPr>
          <p:cNvPr id="15" name="bullet-20014__s021o015">
            <a:extLst xmlns:a="http://schemas.openxmlformats.org/drawingml/2006/main">
              <a:ext uri="{FF2B5EF4-FFF2-40B4-BE49-F238E27FC236}">
                <a16:creationId xmlns:a16="http://schemas.microsoft.com/office/drawing/2014/main" id="{3E09C7DB-B4F3-4F61-A7C5-4D37F684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20015__s021o016">
            <a:extLst xmlns:a="http://schemas.openxmlformats.org/drawingml/2006/main">
              <a:ext uri="{FF2B5EF4-FFF2-40B4-BE49-F238E27FC236}">
                <a16:creationId xmlns:a16="http://schemas.microsoft.com/office/drawing/2014/main" id="{51768217-49EC-4D1F-8193-84BA013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実データで効果を測定</a:t>
            </a:r>
          </a:p>
        </p:txBody>
      </p:sp>
      <p:sp>
        <p:nvSpPr>
          <p:cNvPr id="17" name="bullet-20016__s021o017">
            <a:extLst xmlns:a="http://schemas.openxmlformats.org/drawingml/2006/main">
              <a:ext uri="{FF2B5EF4-FFF2-40B4-BE49-F238E27FC236}">
                <a16:creationId xmlns:a16="http://schemas.microsoft.com/office/drawing/2014/main" id="{A5359F62-9D28-4FFA-854C-63DE5EF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20017__s021o018">
            <a:extLst xmlns:a="http://schemas.openxmlformats.org/drawingml/2006/main">
              <a:ext uri="{FF2B5EF4-FFF2-40B4-BE49-F238E27FC236}">
                <a16:creationId xmlns:a16="http://schemas.microsoft.com/office/drawing/2014/main" id="{6D95121F-EEB5-4CA2-AE9F-EBC5EC07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利用部門の学習を反映</a:t>
            </a:r>
          </a:p>
        </p:txBody>
      </p:sp>
      <p:sp>
        <p:nvSpPr>
          <p:cNvPr id="19" name="bullet-20018__s021o019">
            <a:extLst xmlns:a="http://schemas.openxmlformats.org/drawingml/2006/main">
              <a:ext uri="{FF2B5EF4-FFF2-40B4-BE49-F238E27FC236}">
                <a16:creationId xmlns:a16="http://schemas.microsoft.com/office/drawing/2014/main" id="{A27667FA-5231-4EE9-9FAC-E29F0EC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text-20019__s021o020">
            <a:extLst xmlns:a="http://schemas.openxmlformats.org/drawingml/2006/main">
              <a:ext uri="{FF2B5EF4-FFF2-40B4-BE49-F238E27FC236}">
                <a16:creationId xmlns:a16="http://schemas.microsoft.com/office/drawing/2014/main" id="{2E1D844B-4CCA-445C-B991-F05328C6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対象外へ効果を一般化できない</a:t>
            </a:r>
          </a:p>
        </p:txBody>
      </p:sp>
      <p:sp>
        <p:nvSpPr>
          <p:cNvPr id="21" name="bullet-20020__s021o021">
            <a:extLst xmlns:a="http://schemas.openxmlformats.org/drawingml/2006/main">
              <a:ext uri="{FF2B5EF4-FFF2-40B4-BE49-F238E27FC236}">
                <a16:creationId xmlns:a16="http://schemas.microsoft.com/office/drawing/2014/main" id="{F7C1A759-1CFA-4498-8ECE-C3679AF9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text-20021__s021o022">
            <a:extLst xmlns:a="http://schemas.openxmlformats.org/drawingml/2006/main">
              <a:ext uri="{FF2B5EF4-FFF2-40B4-BE49-F238E27FC236}">
                <a16:creationId xmlns:a16="http://schemas.microsoft.com/office/drawing/2014/main" id="{C90A3862-6507-4BDC-BF4F-9E84F5A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暫定運用が二重化</a:t>
            </a:r>
          </a:p>
        </p:txBody>
      </p:sp>
      <p:sp>
        <p:nvSpPr>
          <p:cNvPr id="23" name="bullet-20022__s021o023">
            <a:extLst xmlns:a="http://schemas.openxmlformats.org/drawingml/2006/main">
              <a:ext uri="{FF2B5EF4-FFF2-40B4-BE49-F238E27FC236}">
                <a16:creationId xmlns:a16="http://schemas.microsoft.com/office/drawing/2014/main" id="{3680FB79-9927-4ADD-B57A-9A0D152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20023__s021o024">
            <a:extLst xmlns:a="http://schemas.openxmlformats.org/drawingml/2006/main">
              <a:ext uri="{FF2B5EF4-FFF2-40B4-BE49-F238E27FC236}">
                <a16:creationId xmlns:a16="http://schemas.microsoft.com/office/drawing/2014/main" id="{E3241145-CCC8-4B26-8783-3247BD4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評価設計に手間が必要</a:t>
            </a:r>
          </a:p>
        </p:txBody>
      </p:sp>
      <p:sp>
        <p:nvSpPr>
          <p:cNvPr id="25" name="callout-20024__s021o025">
            <a:extLst xmlns:a="http://schemas.openxmlformats.org/drawingml/2006/main">
              <a:ext uri="{FF2B5EF4-FFF2-40B4-BE49-F238E27FC236}">
                <a16:creationId xmlns:a16="http://schemas.microsoft.com/office/drawing/2014/main" id="{2F754A12-4660-4029-A625-95623669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callout-text-20025__s021o026">
            <a:extLst xmlns:a="http://schemas.openxmlformats.org/drawingml/2006/main">
              <a:ext uri="{FF2B5EF4-FFF2-40B4-BE49-F238E27FC236}">
                <a16:creationId xmlns:a16="http://schemas.microsoft.com/office/drawing/2014/main" id="{B1CCD97E-207F-4C8F-9F9A-D1D28634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成立条件：再現率、証跡品質、運用工数の判定基準を開始前に固定する</a:t>
            </a:r>
          </a:p>
        </p:txBody>
      </p:sp>
    </p:spTree>
    <p:extLst>
      <p:ext uri="{BB962C8B-B14F-4D97-AF65-F5344CB8AC3E}">
        <p14:creationId xmlns:p14="http://schemas.microsoft.com/office/powerpoint/2010/main" val="11464814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2o001"/>
        <p:cNvGrpSpPr/>
        <p:nvPr/>
      </p:nvGrpSpPr>
      <p:grpSpPr>
        <a:xfrm xmlns:a="http://schemas.openxmlformats.org/drawingml/2006/main"/>
      </p:grpSpPr>
      <p:sp>
        <p:nvSpPr>
          <p:cNvPr id="2" name="label-21001__s022o002">
            <a:extLst xmlns:a="http://schemas.openxmlformats.org/drawingml/2006/main">
              <a:ext uri="{FF2B5EF4-FFF2-40B4-BE49-F238E27FC236}">
                <a16:creationId xmlns:a16="http://schemas.microsoft.com/office/drawing/2014/main" id="{E210AA99-816D-4FF2-9EBF-750A781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1002__s022o003">
            <a:extLst xmlns:a="http://schemas.openxmlformats.org/drawingml/2006/main">
              <a:ext uri="{FF2B5EF4-FFF2-40B4-BE49-F238E27FC236}">
                <a16:creationId xmlns:a16="http://schemas.microsoft.com/office/drawing/2014/main" id="{766AF17F-D2E8-41F1-8AB7-EA93E2A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評価スコア</a:t>
            </a:r>
          </a:p>
        </p:txBody>
      </p:sp>
      <p:sp>
        <p:nvSpPr>
          <p:cNvPr id="4" name="title-21003__s022o004">
            <a:extLst xmlns:a="http://schemas.openxmlformats.org/drawingml/2006/main">
              <a:ext uri="{FF2B5EF4-FFF2-40B4-BE49-F238E27FC236}">
                <a16:creationId xmlns:a16="http://schemas.microsoft.com/office/drawing/2014/main" id="{C373E830-F1EB-4726-B45B-E872728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品質は合格だが、例外処理は追加改善が必要だ</a:t>
            </a:r>
          </a:p>
        </p:txBody>
      </p:sp>
      <p:sp>
        <p:nvSpPr>
          <p:cNvPr id="5" name="rule-21004__s022o005">
            <a:extLst xmlns:a="http://schemas.openxmlformats.org/drawingml/2006/main">
              <a:ext uri="{FF2B5EF4-FFF2-40B4-BE49-F238E27FC236}">
                <a16:creationId xmlns:a16="http://schemas.microsoft.com/office/drawing/2014/main" id="{EDF788A7-F5F8-4258-A2C0-5573A8BD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1005__s022o006">
            <a:extLst xmlns:a="http://schemas.openxmlformats.org/drawingml/2006/main">
              <a:ext uri="{FF2B5EF4-FFF2-40B4-BE49-F238E27FC236}">
                <a16:creationId xmlns:a16="http://schemas.microsoft.com/office/drawing/2014/main" id="{C11BF363-D00F-446C-8FDE-C0ABF665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1006__s022o007">
            <a:extLst xmlns:a="http://schemas.openxmlformats.org/drawingml/2006/main">
              <a:ext uri="{FF2B5EF4-FFF2-40B4-BE49-F238E27FC236}">
                <a16:creationId xmlns:a16="http://schemas.microsoft.com/office/drawing/2014/main" id="{DFED312B-AE36-49B6-8910-EA73384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scorecard  |  comparison  |  架空データ</a:t>
            </a:r>
          </a:p>
        </p:txBody>
      </p:sp>
      <p:sp>
        <p:nvSpPr>
          <p:cNvPr id="8" name="page-number-21007__s022o008">
            <a:extLst xmlns:a="http://schemas.openxmlformats.org/drawingml/2006/main">
              <a:ext uri="{FF2B5EF4-FFF2-40B4-BE49-F238E27FC236}">
                <a16:creationId xmlns:a16="http://schemas.microsoft.com/office/drawing/2014/main" id="{58632129-A42F-4097-BAC6-C97CF16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graphicFrame>
        <p:nvGraphicFramePr>
          <p:cNvPr id="9" name="object__s022o009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評価項目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再現率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合格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正解対象25件中24件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証跡品質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合格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重大な根拠欠落0件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処理時間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合格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平均40%短縮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例外処理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要改善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手動確認が多い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6064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合格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利用者8名が評価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allout-21008__s022o010">
            <a:extLst xmlns:a="http://schemas.openxmlformats.org/drawingml/2006/main">
              <a:ext uri="{FF2B5EF4-FFF2-40B4-BE49-F238E27FC236}">
                <a16:creationId xmlns:a16="http://schemas.microsoft.com/office/drawing/2014/main" id="{10A5D4BC-C23A-4D11-8315-123C18E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callout-text-21009__s022o011">
            <a:extLst xmlns:a="http://schemas.openxmlformats.org/drawingml/2006/main">
              <a:ext uri="{FF2B5EF4-FFF2-40B4-BE49-F238E27FC236}">
                <a16:creationId xmlns:a16="http://schemas.microsoft.com/office/drawing/2014/main" id="{3D9E59D4-D315-4752-BAFD-D9F95720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総括：例外処理を改善してから対象部門を拡大する</a:t>
            </a:r>
          </a:p>
        </p:txBody>
      </p:sp>
    </p:spTree>
    <p:extLst>
      <p:ext uri="{BB962C8B-B14F-4D97-AF65-F5344CB8AC3E}">
        <p14:creationId xmlns:p14="http://schemas.microsoft.com/office/powerpoint/2010/main" val="15898875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3o001"/>
        <p:cNvGrpSpPr/>
        <p:nvPr/>
      </p:nvGrpSpPr>
      <p:grpSpPr>
        <a:xfrm xmlns:a="http://schemas.openxmlformats.org/drawingml/2006/main"/>
      </p:grpSpPr>
      <p:sp>
        <p:nvSpPr>
          <p:cNvPr id="2" name="label-22001__s023o002">
            <a:extLst xmlns:a="http://schemas.openxmlformats.org/drawingml/2006/main">
              <a:ext uri="{FF2B5EF4-FFF2-40B4-BE49-F238E27FC236}">
                <a16:creationId xmlns:a16="http://schemas.microsoft.com/office/drawing/2014/main" id="{1ECEB6E6-32A9-49FD-AC2F-5C270C9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2002__s023o003">
            <a:extLst xmlns:a="http://schemas.openxmlformats.org/drawingml/2006/main">
              <a:ext uri="{FF2B5EF4-FFF2-40B4-BE49-F238E27FC236}">
                <a16:creationId xmlns:a16="http://schemas.microsoft.com/office/drawing/2014/main" id="{E11C0812-EB97-4E85-9EA9-A552DB90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SWOT四象限</a:t>
            </a:r>
          </a:p>
        </p:txBody>
      </p:sp>
      <p:sp>
        <p:nvSpPr>
          <p:cNvPr id="4" name="title-22003__s023o004">
            <a:extLst xmlns:a="http://schemas.openxmlformats.org/drawingml/2006/main">
              <a:ext uri="{FF2B5EF4-FFF2-40B4-BE49-F238E27FC236}">
                <a16:creationId xmlns:a16="http://schemas.microsoft.com/office/drawing/2014/main" id="{946594EE-0666-4C12-9686-DBCB22AF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運用知識を活かし、属人化と外部変化に備える</a:t>
            </a:r>
          </a:p>
        </p:txBody>
      </p:sp>
      <p:sp>
        <p:nvSpPr>
          <p:cNvPr id="5" name="rule-22004__s023o005">
            <a:extLst xmlns:a="http://schemas.openxmlformats.org/drawingml/2006/main">
              <a:ext uri="{FF2B5EF4-FFF2-40B4-BE49-F238E27FC236}">
                <a16:creationId xmlns:a16="http://schemas.microsoft.com/office/drawing/2014/main" id="{CEDD21F0-F3D7-415A-9933-EA2A6EA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2005__s023o006">
            <a:extLst xmlns:a="http://schemas.openxmlformats.org/drawingml/2006/main">
              <a:ext uri="{FF2B5EF4-FFF2-40B4-BE49-F238E27FC236}">
                <a16:creationId xmlns:a16="http://schemas.microsoft.com/office/drawing/2014/main" id="{B14FF6A8-AE24-495A-900E-7065801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2006__s023o007">
            <a:extLst xmlns:a="http://schemas.openxmlformats.org/drawingml/2006/main">
              <a:ext uri="{FF2B5EF4-FFF2-40B4-BE49-F238E27FC236}">
                <a16:creationId xmlns:a16="http://schemas.microsoft.com/office/drawing/2014/main" id="{3DE525C3-AB22-4C3E-ABF2-85B30FA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swot  |  comparison  |  架空データ</a:t>
            </a:r>
          </a:p>
        </p:txBody>
      </p:sp>
      <p:sp>
        <p:nvSpPr>
          <p:cNvPr id="8" name="page-number-22007__s023o008">
            <a:extLst xmlns:a="http://schemas.openxmlformats.org/drawingml/2006/main">
              <a:ext uri="{FF2B5EF4-FFF2-40B4-BE49-F238E27FC236}">
                <a16:creationId xmlns:a16="http://schemas.microsoft.com/office/drawing/2014/main" id="{D17E8606-5451-4D5C-B4DC-DEA29BE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9" name="swot-panel-22008__s023o009">
            <a:extLst xmlns:a="http://schemas.openxmlformats.org/drawingml/2006/main">
              <a:ext uri="{FF2B5EF4-FFF2-40B4-BE49-F238E27FC236}">
                <a16:creationId xmlns:a16="http://schemas.microsoft.com/office/drawing/2014/main" id="{2FC5E350-5D1B-43C9-9D56-A8B18B50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section-heading-22009__s023o010">
            <a:extLst xmlns:a="http://schemas.openxmlformats.org/drawingml/2006/main">
              <a:ext uri="{FF2B5EF4-FFF2-40B4-BE49-F238E27FC236}">
                <a16:creationId xmlns:a16="http://schemas.microsoft.com/office/drawing/2014/main" id="{C4E25229-AEE1-42F7-8179-6A7B3BC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S / 強み</a:t>
            </a:r>
          </a:p>
        </p:txBody>
      </p:sp>
      <p:sp>
        <p:nvSpPr>
          <p:cNvPr id="11" name="bullet-22010__s023o011">
            <a:extLst xmlns:a="http://schemas.openxmlformats.org/drawingml/2006/main">
              <a:ext uri="{FF2B5EF4-FFF2-40B4-BE49-F238E27FC236}">
                <a16:creationId xmlns:a16="http://schemas.microsoft.com/office/drawing/2014/main" id="{211C9173-BE2E-42CB-AC62-012AC81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22011__s023o012">
            <a:extLst xmlns:a="http://schemas.openxmlformats.org/drawingml/2006/main">
              <a:ext uri="{FF2B5EF4-FFF2-40B4-BE49-F238E27FC236}">
                <a16:creationId xmlns:a16="http://schemas.microsoft.com/office/drawing/2014/main" id="{D62820F2-CEC4-4E46-95FF-4702567D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豊富な運用知識</a:t>
            </a:r>
          </a:p>
        </p:txBody>
      </p:sp>
      <p:sp>
        <p:nvSpPr>
          <p:cNvPr id="13" name="bullet-22012__s023o013">
            <a:extLst xmlns:a="http://schemas.openxmlformats.org/drawingml/2006/main">
              <a:ext uri="{FF2B5EF4-FFF2-40B4-BE49-F238E27FC236}">
                <a16:creationId xmlns:a16="http://schemas.microsoft.com/office/drawing/2014/main" id="{D62F7B18-F230-4CD5-88D6-FD8CCC9A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22013__s023o014">
            <a:extLst xmlns:a="http://schemas.openxmlformats.org/drawingml/2006/main">
              <a:ext uri="{FF2B5EF4-FFF2-40B4-BE49-F238E27FC236}">
                <a16:creationId xmlns:a16="http://schemas.microsoft.com/office/drawing/2014/main" id="{0CF040D4-F421-4396-8845-A44717B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既存証跡が蓄積</a:t>
            </a:r>
          </a:p>
        </p:txBody>
      </p:sp>
      <p:sp>
        <p:nvSpPr>
          <p:cNvPr id="15" name="swot-panel-22014__s023o015">
            <a:extLst xmlns:a="http://schemas.openxmlformats.org/drawingml/2006/main">
              <a:ext uri="{FF2B5EF4-FFF2-40B4-BE49-F238E27FC236}">
                <a16:creationId xmlns:a16="http://schemas.microsoft.com/office/drawing/2014/main" id="{E48584E8-2D09-48B6-AC7C-EE0C622C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section-heading-22015__s023o016">
            <a:extLst xmlns:a="http://schemas.openxmlformats.org/drawingml/2006/main">
              <a:ext uri="{FF2B5EF4-FFF2-40B4-BE49-F238E27FC236}">
                <a16:creationId xmlns:a16="http://schemas.microsoft.com/office/drawing/2014/main" id="{DC81DFAA-DDDB-4E57-88D1-F4BBA2A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W / 弱み</a:t>
            </a:r>
          </a:p>
        </p:txBody>
      </p:sp>
      <p:sp>
        <p:nvSpPr>
          <p:cNvPr id="17" name="bullet-22016__s023o017">
            <a:extLst xmlns:a="http://schemas.openxmlformats.org/drawingml/2006/main">
              <a:ext uri="{FF2B5EF4-FFF2-40B4-BE49-F238E27FC236}">
                <a16:creationId xmlns:a16="http://schemas.microsoft.com/office/drawing/2014/main" id="{369C1466-2446-4FA9-9321-609750C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22017__s023o018">
            <a:extLst xmlns:a="http://schemas.openxmlformats.org/drawingml/2006/main">
              <a:ext uri="{FF2B5EF4-FFF2-40B4-BE49-F238E27FC236}">
                <a16:creationId xmlns:a16="http://schemas.microsoft.com/office/drawing/2014/main" id="{EE7759FA-C5AC-4534-AFE0-E012803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担当者へ依存</a:t>
            </a:r>
          </a:p>
        </p:txBody>
      </p:sp>
      <p:sp>
        <p:nvSpPr>
          <p:cNvPr id="19" name="bullet-22018__s023o019">
            <a:extLst xmlns:a="http://schemas.openxmlformats.org/drawingml/2006/main">
              <a:ext uri="{FF2B5EF4-FFF2-40B4-BE49-F238E27FC236}">
                <a16:creationId xmlns:a16="http://schemas.microsoft.com/office/drawing/2014/main" id="{BB951ACA-5C24-465C-82EE-5F6B726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text-22019__s023o020">
            <a:extLst xmlns:a="http://schemas.openxmlformats.org/drawingml/2006/main">
              <a:ext uri="{FF2B5EF4-FFF2-40B4-BE49-F238E27FC236}">
                <a16:creationId xmlns:a16="http://schemas.microsoft.com/office/drawing/2014/main" id="{E3246447-4F8F-4ECF-9E33-082521E5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資料形式が不統一</a:t>
            </a:r>
          </a:p>
        </p:txBody>
      </p:sp>
      <p:sp>
        <p:nvSpPr>
          <p:cNvPr id="21" name="swot-panel-22020__s023o021">
            <a:extLst xmlns:a="http://schemas.openxmlformats.org/drawingml/2006/main">
              <a:ext uri="{FF2B5EF4-FFF2-40B4-BE49-F238E27FC236}">
                <a16:creationId xmlns:a16="http://schemas.microsoft.com/office/drawing/2014/main" id="{445D870D-8969-4D43-AC09-939E9014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section-heading-22021__s023o022">
            <a:extLst xmlns:a="http://schemas.openxmlformats.org/drawingml/2006/main">
              <a:ext uri="{FF2B5EF4-FFF2-40B4-BE49-F238E27FC236}">
                <a16:creationId xmlns:a16="http://schemas.microsoft.com/office/drawing/2014/main" id="{947422EE-BD51-4822-88FE-851FB002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O / 機会</a:t>
            </a:r>
          </a:p>
        </p:txBody>
      </p:sp>
      <p:sp>
        <p:nvSpPr>
          <p:cNvPr id="23" name="bullet-22022__s023o023">
            <a:extLst xmlns:a="http://schemas.openxmlformats.org/drawingml/2006/main">
              <a:ext uri="{FF2B5EF4-FFF2-40B4-BE49-F238E27FC236}">
                <a16:creationId xmlns:a16="http://schemas.microsoft.com/office/drawing/2014/main" id="{A6524F81-504E-4705-A078-6C9BD774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22023__s023o024">
            <a:extLst xmlns:a="http://schemas.openxmlformats.org/drawingml/2006/main">
              <a:ext uri="{FF2B5EF4-FFF2-40B4-BE49-F238E27FC236}">
                <a16:creationId xmlns:a16="http://schemas.microsoft.com/office/drawing/2014/main" id="{95E5133F-E010-462B-8347-741253A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生成AIの高度化</a:t>
            </a:r>
          </a:p>
        </p:txBody>
      </p:sp>
      <p:sp>
        <p:nvSpPr>
          <p:cNvPr id="25" name="bullet-22024__s023o025">
            <a:extLst xmlns:a="http://schemas.openxmlformats.org/drawingml/2006/main">
              <a:ext uri="{FF2B5EF4-FFF2-40B4-BE49-F238E27FC236}">
                <a16:creationId xmlns:a16="http://schemas.microsoft.com/office/drawing/2014/main" id="{B70CEF67-F3C6-4F09-AE04-DD533D32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22025__s023o026">
            <a:extLst xmlns:a="http://schemas.openxmlformats.org/drawingml/2006/main">
              <a:ext uri="{FF2B5EF4-FFF2-40B4-BE49-F238E27FC236}">
                <a16:creationId xmlns:a16="http://schemas.microsoft.com/office/drawing/2014/main" id="{D44BEC39-DA24-4FB5-918F-4B4772FD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標準化需要の増加</a:t>
            </a:r>
          </a:p>
        </p:txBody>
      </p:sp>
      <p:sp>
        <p:nvSpPr>
          <p:cNvPr id="27" name="swot-panel-22026__s023o027">
            <a:extLst xmlns:a="http://schemas.openxmlformats.org/drawingml/2006/main">
              <a:ext uri="{FF2B5EF4-FFF2-40B4-BE49-F238E27FC236}">
                <a16:creationId xmlns:a16="http://schemas.microsoft.com/office/drawing/2014/main" id="{16CE41B4-D4E5-4AC5-A00C-5A662001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05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section-heading-22027__s023o028">
            <a:extLst xmlns:a="http://schemas.openxmlformats.org/drawingml/2006/main">
              <a:ext uri="{FF2B5EF4-FFF2-40B4-BE49-F238E27FC236}">
                <a16:creationId xmlns:a16="http://schemas.microsoft.com/office/drawing/2014/main" id="{70C8B65B-9820-4A51-BBE6-976484B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T / 脅威</a:t>
            </a:r>
          </a:p>
        </p:txBody>
      </p:sp>
      <p:sp>
        <p:nvSpPr>
          <p:cNvPr id="29" name="bullet-22028__s023o029">
            <a:extLst xmlns:a="http://schemas.openxmlformats.org/drawingml/2006/main">
              <a:ext uri="{FF2B5EF4-FFF2-40B4-BE49-F238E27FC236}">
                <a16:creationId xmlns:a16="http://schemas.microsoft.com/office/drawing/2014/main" id="{919C3638-D5C0-42A4-B8CE-8ED93922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ullet-text-22029__s023o030">
            <a:extLst xmlns:a="http://schemas.openxmlformats.org/drawingml/2006/main">
              <a:ext uri="{FF2B5EF4-FFF2-40B4-BE49-F238E27FC236}">
                <a16:creationId xmlns:a16="http://schemas.microsoft.com/office/drawing/2014/main" id="{781F49AC-A851-4387-A72F-D47E972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規制変更の増加</a:t>
            </a:r>
          </a:p>
        </p:txBody>
      </p:sp>
      <p:sp>
        <p:nvSpPr>
          <p:cNvPr id="31" name="bullet-22030__s023o031">
            <a:extLst xmlns:a="http://schemas.openxmlformats.org/drawingml/2006/main">
              <a:ext uri="{FF2B5EF4-FFF2-40B4-BE49-F238E27FC236}">
                <a16:creationId xmlns:a16="http://schemas.microsoft.com/office/drawing/2014/main" id="{3460841F-DA8A-4866-AB1E-46275BDA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05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ullet-text-22031__s023o032">
            <a:extLst xmlns:a="http://schemas.openxmlformats.org/drawingml/2006/main">
              <a:ext uri="{FF2B5EF4-FFF2-40B4-BE49-F238E27FC236}">
                <a16:creationId xmlns:a16="http://schemas.microsoft.com/office/drawing/2014/main" id="{095CE1D9-EA87-4FB5-AF32-48FA31F4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人材確保の難化</a:t>
            </a:r>
          </a:p>
        </p:txBody>
      </p:sp>
    </p:spTree>
    <p:extLst>
      <p:ext uri="{BB962C8B-B14F-4D97-AF65-F5344CB8AC3E}">
        <p14:creationId xmlns:p14="http://schemas.microsoft.com/office/powerpoint/2010/main" val="3195599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4o001"/>
        <p:cNvGrpSpPr/>
        <p:nvPr/>
      </p:nvGrpSpPr>
      <p:grpSpPr>
        <a:xfrm xmlns:a="http://schemas.openxmlformats.org/drawingml/2006/main"/>
      </p:grpSpPr>
      <p:sp>
        <p:nvSpPr>
          <p:cNvPr id="2" name="label-23001__s024o002">
            <a:extLst xmlns:a="http://schemas.openxmlformats.org/drawingml/2006/main">
              <a:ext uri="{FF2B5EF4-FFF2-40B4-BE49-F238E27FC236}">
                <a16:creationId xmlns:a16="http://schemas.microsoft.com/office/drawing/2014/main" id="{2955594A-7303-4D21-AC4C-18B096A1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3002__s024o003">
            <a:extLst xmlns:a="http://schemas.openxmlformats.org/drawingml/2006/main">
              <a:ext uri="{FF2B5EF4-FFF2-40B4-BE49-F238E27FC236}">
                <a16:creationId xmlns:a16="http://schemas.microsoft.com/office/drawing/2014/main" id="{F7F322A2-2D6B-4F63-B441-DFA1A8F3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判断分岐</a:t>
            </a:r>
          </a:p>
        </p:txBody>
      </p:sp>
      <p:sp>
        <p:nvSpPr>
          <p:cNvPr id="4" name="title-23003__s024o004">
            <a:extLst xmlns:a="http://schemas.openxmlformats.org/drawingml/2006/main">
              <a:ext uri="{FF2B5EF4-FFF2-40B4-BE49-F238E27FC236}">
                <a16:creationId xmlns:a16="http://schemas.microsoft.com/office/drawing/2014/main" id="{363C0015-5062-438B-B618-016B1B85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影響度と復旧見込みで対応レベルを判定する</a:t>
            </a:r>
          </a:p>
        </p:txBody>
      </p:sp>
      <p:sp>
        <p:nvSpPr>
          <p:cNvPr id="5" name="rule-23004__s024o005">
            <a:extLst xmlns:a="http://schemas.openxmlformats.org/drawingml/2006/main">
              <a:ext uri="{FF2B5EF4-FFF2-40B4-BE49-F238E27FC236}">
                <a16:creationId xmlns:a16="http://schemas.microsoft.com/office/drawing/2014/main" id="{0828FDC7-DEEE-4CAF-A7A6-62CE89A2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3005__s024o006">
            <a:extLst xmlns:a="http://schemas.openxmlformats.org/drawingml/2006/main">
              <a:ext uri="{FF2B5EF4-FFF2-40B4-BE49-F238E27FC236}">
                <a16:creationId xmlns:a16="http://schemas.microsoft.com/office/drawing/2014/main" id="{F990B4BB-084D-41D8-B6B5-702AB06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3006__s024o007">
            <a:extLst xmlns:a="http://schemas.openxmlformats.org/drawingml/2006/main">
              <a:ext uri="{FF2B5EF4-FFF2-40B4-BE49-F238E27FC236}">
                <a16:creationId xmlns:a16="http://schemas.microsoft.com/office/drawing/2014/main" id="{2AA28DD8-D0B3-4707-8D1E-4F5AF271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decision-tree  |  comparison  |  架空データ</a:t>
            </a:r>
          </a:p>
        </p:txBody>
      </p:sp>
      <p:sp>
        <p:nvSpPr>
          <p:cNvPr id="8" name="page-number-23007__s024o008">
            <a:extLst xmlns:a="http://schemas.openxmlformats.org/drawingml/2006/main">
              <a:ext uri="{FF2B5EF4-FFF2-40B4-BE49-F238E27FC236}">
                <a16:creationId xmlns:a16="http://schemas.microsoft.com/office/drawing/2014/main" id="{6FC8277D-2979-422D-9926-087BA3C7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9" name="rule-23008__s024o009">
            <a:extLst xmlns:a="http://schemas.openxmlformats.org/drawingml/2006/main">
              <a:ext uri="{FF2B5EF4-FFF2-40B4-BE49-F238E27FC236}">
                <a16:creationId xmlns:a16="http://schemas.microsoft.com/office/drawing/2014/main" id="{AEF261BC-FBC2-4B40-A0E7-CF11C75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23009__s024o010">
            <a:extLst xmlns:a="http://schemas.openxmlformats.org/drawingml/2006/main">
              <a:ext uri="{FF2B5EF4-FFF2-40B4-BE49-F238E27FC236}">
                <a16:creationId xmlns:a16="http://schemas.microsoft.com/office/drawing/2014/main" id="{0004C1CA-F8A3-4841-8E6F-CAD42B7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640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23010__s024o011">
            <a:extLst xmlns:a="http://schemas.openxmlformats.org/drawingml/2006/main">
              <a:ext uri="{FF2B5EF4-FFF2-40B4-BE49-F238E27FC236}">
                <a16:creationId xmlns:a16="http://schemas.microsoft.com/office/drawing/2014/main" id="{899612A2-4ED7-4F08-90E9-5499E1B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23011__s024o012">
            <a:extLst xmlns:a="http://schemas.openxmlformats.org/drawingml/2006/main">
              <a:ext uri="{FF2B5EF4-FFF2-40B4-BE49-F238E27FC236}">
                <a16:creationId xmlns:a16="http://schemas.microsoft.com/office/drawing/2014/main" id="{63F3F49C-75B5-4A29-8F9B-6D48B409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23012__s024o013">
            <a:extLst xmlns:a="http://schemas.openxmlformats.org/drawingml/2006/main">
              <a:ext uri="{FF2B5EF4-FFF2-40B4-BE49-F238E27FC236}">
                <a16:creationId xmlns:a16="http://schemas.microsoft.com/office/drawing/2014/main" id="{446CCF38-7D75-4945-A027-6F6C1A23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23013__s024o014">
            <a:extLst xmlns:a="http://schemas.openxmlformats.org/drawingml/2006/main">
              <a:ext uri="{FF2B5EF4-FFF2-40B4-BE49-F238E27FC236}">
                <a16:creationId xmlns:a16="http://schemas.microsoft.com/office/drawing/2014/main" id="{43C1C5EC-40BD-49A8-AE55-38A62DCB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28750"/>
            <a:ext cx="3314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callout-text-23014__s024o015">
            <a:extLst xmlns:a="http://schemas.openxmlformats.org/drawingml/2006/main">
              <a:ext uri="{FF2B5EF4-FFF2-40B4-BE49-F238E27FC236}">
                <a16:creationId xmlns:a16="http://schemas.microsoft.com/office/drawing/2014/main" id="{03AEB03C-6D38-4AB1-8A08-B56A443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240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業務停止を伴うか</a:t>
            </a:r>
          </a:p>
        </p:txBody>
      </p:sp>
      <p:sp>
        <p:nvSpPr>
          <p:cNvPr id="16" name="decision-node-23015__s024o016">
            <a:extLst xmlns:a="http://schemas.openxmlformats.org/drawingml/2006/main">
              <a:ext uri="{FF2B5EF4-FFF2-40B4-BE49-F238E27FC236}">
                <a16:creationId xmlns:a16="http://schemas.microsoft.com/office/drawing/2014/main" id="{E766837A-2694-4801-8687-7C926D4C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decision-condition-23016__s024o017">
            <a:extLst xmlns:a="http://schemas.openxmlformats.org/drawingml/2006/main">
              <a:ext uri="{FF2B5EF4-FFF2-40B4-BE49-F238E27FC236}">
                <a16:creationId xmlns:a16="http://schemas.microsoft.com/office/drawing/2014/main" id="{EA496213-E529-4440-89CF-5A97F9BD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停止あり</a:t>
            </a:r>
          </a:p>
        </p:txBody>
      </p:sp>
      <p:sp>
        <p:nvSpPr>
          <p:cNvPr id="18" name="decision-detail-23017__s024o018">
            <a:extLst xmlns:a="http://schemas.openxmlformats.org/drawingml/2006/main">
              <a:ext uri="{FF2B5EF4-FFF2-40B4-BE49-F238E27FC236}">
                <a16:creationId xmlns:a16="http://schemas.microsoft.com/office/drawing/2014/main" id="{84D5B859-C699-4190-B386-5BC79335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復旧4時間超</a:t>
            </a:r>
          </a:p>
        </p:txBody>
      </p:sp>
      <p:sp>
        <p:nvSpPr>
          <p:cNvPr id="19" name="decision-outcome-23018__s024o019">
            <a:extLst xmlns:a="http://schemas.openxmlformats.org/drawingml/2006/main">
              <a:ext uri="{FF2B5EF4-FFF2-40B4-BE49-F238E27FC236}">
                <a16:creationId xmlns:a16="http://schemas.microsoft.com/office/drawing/2014/main" id="{8F56E9D7-E705-4AC2-9974-B8B5AB81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レベル3</a:t>
            </a:r>
          </a:p>
        </p:txBody>
      </p:sp>
      <p:sp>
        <p:nvSpPr>
          <p:cNvPr id="20" name="decision-node-23019__s024o020">
            <a:extLst xmlns:a="http://schemas.openxmlformats.org/drawingml/2006/main">
              <a:ext uri="{FF2B5EF4-FFF2-40B4-BE49-F238E27FC236}">
                <a16:creationId xmlns:a16="http://schemas.microsoft.com/office/drawing/2014/main" id="{31864E11-C316-4AEA-BAB0-EE6E365C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decision-condition-23020__s024o021">
            <a:extLst xmlns:a="http://schemas.openxmlformats.org/drawingml/2006/main">
              <a:ext uri="{FF2B5EF4-FFF2-40B4-BE49-F238E27FC236}">
                <a16:creationId xmlns:a16="http://schemas.microsoft.com/office/drawing/2014/main" id="{531479AA-43AD-4CBC-88C9-07B6E70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停止あり</a:t>
            </a:r>
          </a:p>
        </p:txBody>
      </p:sp>
      <p:sp>
        <p:nvSpPr>
          <p:cNvPr id="22" name="decision-detail-23021__s024o022">
            <a:extLst xmlns:a="http://schemas.openxmlformats.org/drawingml/2006/main">
              <a:ext uri="{FF2B5EF4-FFF2-40B4-BE49-F238E27FC236}">
                <a16:creationId xmlns:a16="http://schemas.microsoft.com/office/drawing/2014/main" id="{22E3240D-3760-42CB-9B84-46DCA51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復旧4時間以内</a:t>
            </a:r>
          </a:p>
        </p:txBody>
      </p:sp>
      <p:sp>
        <p:nvSpPr>
          <p:cNvPr id="23" name="decision-outcome-23022__s024o023">
            <a:extLst xmlns:a="http://schemas.openxmlformats.org/drawingml/2006/main">
              <a:ext uri="{FF2B5EF4-FFF2-40B4-BE49-F238E27FC236}">
                <a16:creationId xmlns:a16="http://schemas.microsoft.com/office/drawing/2014/main" id="{EC8AD4E7-CCAE-4479-AA63-159787DE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720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レベル2</a:t>
            </a:r>
          </a:p>
        </p:txBody>
      </p:sp>
      <p:sp>
        <p:nvSpPr>
          <p:cNvPr id="24" name="decision-node-23023__s024o024">
            <a:extLst xmlns:a="http://schemas.openxmlformats.org/drawingml/2006/main">
              <a:ext uri="{FF2B5EF4-FFF2-40B4-BE49-F238E27FC236}">
                <a16:creationId xmlns:a16="http://schemas.microsoft.com/office/drawing/2014/main" id="{C0089161-014B-4B03-8C87-045E2299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decision-condition-23024__s024o025">
            <a:extLst xmlns:a="http://schemas.openxmlformats.org/drawingml/2006/main">
              <a:ext uri="{FF2B5EF4-FFF2-40B4-BE49-F238E27FC236}">
                <a16:creationId xmlns:a16="http://schemas.microsoft.com/office/drawing/2014/main" id="{0C55564F-DD63-4C75-858F-A85EB0B1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停止なし</a:t>
            </a:r>
          </a:p>
        </p:txBody>
      </p:sp>
      <p:sp>
        <p:nvSpPr>
          <p:cNvPr id="26" name="decision-detail-23025__s024o026">
            <a:extLst xmlns:a="http://schemas.openxmlformats.org/drawingml/2006/main">
              <a:ext uri="{FF2B5EF4-FFF2-40B4-BE49-F238E27FC236}">
                <a16:creationId xmlns:a16="http://schemas.microsoft.com/office/drawing/2014/main" id="{20EC8682-5F74-4D40-9960-6C55AE01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代替手段あり</a:t>
            </a:r>
          </a:p>
        </p:txBody>
      </p:sp>
      <p:sp>
        <p:nvSpPr>
          <p:cNvPr id="27" name="decision-outcome-23026__s024o027">
            <a:extLst xmlns:a="http://schemas.openxmlformats.org/drawingml/2006/main">
              <a:ext uri="{FF2B5EF4-FFF2-40B4-BE49-F238E27FC236}">
                <a16:creationId xmlns:a16="http://schemas.microsoft.com/office/drawing/2014/main" id="{9BCFE8E8-858B-42B6-BA8F-A6EF164B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レベル1</a:t>
            </a:r>
          </a:p>
        </p:txBody>
      </p:sp>
    </p:spTree>
    <p:extLst>
      <p:ext uri="{BB962C8B-B14F-4D97-AF65-F5344CB8AC3E}">
        <p14:creationId xmlns:p14="http://schemas.microsoft.com/office/powerpoint/2010/main" val="3995498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5o001"/>
        <p:cNvGrpSpPr/>
        <p:nvPr/>
      </p:nvGrpSpPr>
      <p:grpSpPr>
        <a:xfrm xmlns:a="http://schemas.openxmlformats.org/drawingml/2006/main"/>
      </p:grpSpPr>
      <p:sp>
        <p:nvSpPr>
          <p:cNvPr id="2" name="label-24001__s025o002">
            <a:extLst xmlns:a="http://schemas.openxmlformats.org/drawingml/2006/main">
              <a:ext uri="{FF2B5EF4-FFF2-40B4-BE49-F238E27FC236}">
                <a16:creationId xmlns:a16="http://schemas.microsoft.com/office/drawing/2014/main" id="{57048B9E-3DD8-47AB-8039-749D01C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4002__s025o003">
            <a:extLst xmlns:a="http://schemas.openxmlformats.org/drawingml/2006/main">
              <a:ext uri="{FF2B5EF4-FFF2-40B4-BE49-F238E27FC236}">
                <a16:creationId xmlns:a16="http://schemas.microsoft.com/office/drawing/2014/main" id="{21354D06-8CD1-4CA2-973B-B2245010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決定事項と実行</a:t>
            </a:r>
          </a:p>
        </p:txBody>
      </p:sp>
      <p:sp>
        <p:nvSpPr>
          <p:cNvPr id="4" name="title-24003__s025o004">
            <a:extLst xmlns:a="http://schemas.openxmlformats.org/drawingml/2006/main">
              <a:ext uri="{FF2B5EF4-FFF2-40B4-BE49-F238E27FC236}">
                <a16:creationId xmlns:a16="http://schemas.microsoft.com/office/drawing/2014/main" id="{86D89480-5F06-43F9-8905-CDED1FB0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8月の試行開始と評価条件の承認をお願いしたい</a:t>
            </a:r>
          </a:p>
        </p:txBody>
      </p:sp>
      <p:sp>
        <p:nvSpPr>
          <p:cNvPr id="5" name="rule-24004__s025o005">
            <a:extLst xmlns:a="http://schemas.openxmlformats.org/drawingml/2006/main">
              <a:ext uri="{FF2B5EF4-FFF2-40B4-BE49-F238E27FC236}">
                <a16:creationId xmlns:a16="http://schemas.microsoft.com/office/drawing/2014/main" id="{E0D4DD76-1FEE-4909-A0F6-8E2363E1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4005__s025o006">
            <a:extLst xmlns:a="http://schemas.openxmlformats.org/drawingml/2006/main">
              <a:ext uri="{FF2B5EF4-FFF2-40B4-BE49-F238E27FC236}">
                <a16:creationId xmlns:a16="http://schemas.microsoft.com/office/drawing/2014/main" id="{DF361256-CC12-45EF-9518-393E6BCF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4006__s025o007">
            <a:extLst xmlns:a="http://schemas.openxmlformats.org/drawingml/2006/main">
              <a:ext uri="{FF2B5EF4-FFF2-40B4-BE49-F238E27FC236}">
                <a16:creationId xmlns:a16="http://schemas.microsoft.com/office/drawing/2014/main" id="{9005ADAE-49B8-4DD0-A9FB-87B497CD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decision-action  |  comparison  |  架空データ</a:t>
            </a:r>
          </a:p>
        </p:txBody>
      </p:sp>
      <p:sp>
        <p:nvSpPr>
          <p:cNvPr id="8" name="page-number-24007__s025o008">
            <a:extLst xmlns:a="http://schemas.openxmlformats.org/drawingml/2006/main">
              <a:ext uri="{FF2B5EF4-FFF2-40B4-BE49-F238E27FC236}">
                <a16:creationId xmlns:a16="http://schemas.microsoft.com/office/drawing/2014/main" id="{C922F6B8-7357-4718-B394-210481B4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9" name="decision-banner-24008__s025o009">
            <a:extLst xmlns:a="http://schemas.openxmlformats.org/drawingml/2006/main">
              <a:ext uri="{FF2B5EF4-FFF2-40B4-BE49-F238E27FC236}">
                <a16:creationId xmlns:a16="http://schemas.microsoft.com/office/drawing/2014/main" id="{BA4780E2-CE22-4D3D-9C31-1F18BFC4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label-24009__s025o010">
            <a:extLst xmlns:a="http://schemas.openxmlformats.org/drawingml/2006/main">
              <a:ext uri="{FF2B5EF4-FFF2-40B4-BE49-F238E27FC236}">
                <a16:creationId xmlns:a16="http://schemas.microsoft.com/office/drawing/2014/main" id="{BEBFEDC6-D193-4EB0-BD4A-A870FE8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BFD1E1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FD1E1"/>
                </a:solidFill>
                <a:latin typeface="Yu Gothic"/>
                <a:ea typeface="Yu Gothic"/>
                <a:cs typeface="Yu Gothic"/>
              </a:rPr>
              <a:t>求める決定</a:t>
            </a:r>
          </a:p>
        </p:txBody>
      </p:sp>
      <p:sp>
        <p:nvSpPr>
          <p:cNvPr id="11" name="decision-text-24010__s025o011">
            <a:extLst xmlns:a="http://schemas.openxmlformats.org/drawingml/2006/main">
              <a:ext uri="{FF2B5EF4-FFF2-40B4-BE49-F238E27FC236}">
                <a16:creationId xmlns:a16="http://schemas.microsoft.com/office/drawing/2014/main" id="{65FDEFCE-CA51-488D-B245-17A53EB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2部門・6週間の試行導入を承認する</a:t>
            </a:r>
          </a:p>
        </p:txBody>
      </p:sp>
      <p:sp>
        <p:nvSpPr>
          <p:cNvPr id="12" name="section-heading-24011__s025o012">
            <a:extLst xmlns:a="http://schemas.openxmlformats.org/drawingml/2006/main">
              <a:ext uri="{FF2B5EF4-FFF2-40B4-BE49-F238E27FC236}">
                <a16:creationId xmlns:a16="http://schemas.microsoft.com/office/drawing/2014/main" id="{BCE3A41A-CA1C-4DF9-965F-11D7F742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判定条件</a:t>
            </a:r>
          </a:p>
        </p:txBody>
      </p:sp>
      <p:sp>
        <p:nvSpPr>
          <p:cNvPr id="13" name="bullet-24012__s025o013">
            <a:extLst xmlns:a="http://schemas.openxmlformats.org/drawingml/2006/main">
              <a:ext uri="{FF2B5EF4-FFF2-40B4-BE49-F238E27FC236}">
                <a16:creationId xmlns:a16="http://schemas.microsoft.com/office/drawing/2014/main" id="{9AB17AF4-C29F-4F73-8DCE-725EE1EF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24013__s025o014">
            <a:extLst xmlns:a="http://schemas.openxmlformats.org/drawingml/2006/main">
              <a:ext uri="{FF2B5EF4-FFF2-40B4-BE49-F238E27FC236}">
                <a16:creationId xmlns:a16="http://schemas.microsoft.com/office/drawing/2014/main" id="{76ACEBDA-F580-447A-A37B-024C8A89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重大な根拠欠落0件</a:t>
            </a:r>
          </a:p>
        </p:txBody>
      </p:sp>
      <p:sp>
        <p:nvSpPr>
          <p:cNvPr id="15" name="bullet-24014__s025o015">
            <a:extLst xmlns:a="http://schemas.openxmlformats.org/drawingml/2006/main">
              <a:ext uri="{FF2B5EF4-FFF2-40B4-BE49-F238E27FC236}">
                <a16:creationId xmlns:a16="http://schemas.microsoft.com/office/drawing/2014/main" id="{BB9E36DB-7C1B-4519-8EE3-BE3FEE80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24015__s025o016">
            <a:extLst xmlns:a="http://schemas.openxmlformats.org/drawingml/2006/main">
              <a:ext uri="{FF2B5EF4-FFF2-40B4-BE49-F238E27FC236}">
                <a16:creationId xmlns:a16="http://schemas.microsoft.com/office/drawing/2014/main" id="{7FE11099-3AB7-4C55-BF63-8669F61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再現率95%以上</a:t>
            </a:r>
          </a:p>
        </p:txBody>
      </p:sp>
      <p:sp>
        <p:nvSpPr>
          <p:cNvPr id="17" name="bullet-24016__s025o017">
            <a:extLst xmlns:a="http://schemas.openxmlformats.org/drawingml/2006/main">
              <a:ext uri="{FF2B5EF4-FFF2-40B4-BE49-F238E27FC236}">
                <a16:creationId xmlns:a16="http://schemas.microsoft.com/office/drawing/2014/main" id="{394E463E-DA64-48A0-AE37-896DB59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24017__s025o018">
            <a:extLst xmlns:a="http://schemas.openxmlformats.org/drawingml/2006/main">
              <a:ext uri="{FF2B5EF4-FFF2-40B4-BE49-F238E27FC236}">
                <a16:creationId xmlns:a16="http://schemas.microsoft.com/office/drawing/2014/main" id="{19B1218F-D0FC-4ADD-A19D-6391D321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例外率10%以下</a:t>
            </a:r>
          </a:p>
        </p:txBody>
      </p:sp>
      <p:graphicFrame>
        <p:nvGraphicFramePr>
          <p:cNvPr id="19" name="object__s025o019"/>
          <p:cNvGraphicFramePr/>
          <p:nvPr/>
        </p:nvGraphicFramePr>
        <p:xfrm>
          <a:off xmlns:a="http://schemas.openxmlformats.org/drawingml/2006/main" x="4705350" y="2876550"/>
          <a:ext xmlns:a="http://schemas.openxmlformats.org/drawingml/2006/main" cx="680085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2266950"/>
                <a:gridCol w="2266950"/>
              </a:tblGrid>
              <a:tr h="46863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アクション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8630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対象案件を確定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企画部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8/12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試行環境を準備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開発部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468630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利用者研修を実施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各部門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8/26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試行を開始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プロジェクト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0" name="callout-24018__s025o020">
            <a:extLst xmlns:a="http://schemas.openxmlformats.org/drawingml/2006/main">
              <a:ext uri="{FF2B5EF4-FFF2-40B4-BE49-F238E27FC236}">
                <a16:creationId xmlns:a16="http://schemas.microsoft.com/office/drawing/2014/main" id="{E478827D-DC4B-44DF-AEDA-3CEDDEC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callout-text-24019__s025o021">
            <a:extLst xmlns:a="http://schemas.openxmlformats.org/drawingml/2006/main">
              <a:ext uri="{FF2B5EF4-FFF2-40B4-BE49-F238E27FC236}">
                <a16:creationId xmlns:a16="http://schemas.microsoft.com/office/drawing/2014/main" id="{6CC1FECD-C9F4-4B28-9BEE-E4C763F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最終決定：全社展開の判断は試行終了後に実施する</a:t>
            </a:r>
          </a:p>
        </p:txBody>
      </p:sp>
    </p:spTree>
    <p:extLst>
      <p:ext uri="{BB962C8B-B14F-4D97-AF65-F5344CB8AC3E}">
        <p14:creationId xmlns:p14="http://schemas.microsoft.com/office/powerpoint/2010/main" val="14590601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6o001"/>
        <p:cNvGrpSpPr/>
        <p:nvPr/>
      </p:nvGrpSpPr>
      <p:grpSpPr>
        <a:xfrm xmlns:a="http://schemas.openxmlformats.org/drawingml/2006/main"/>
      </p:grpSpPr>
      <p:sp>
        <p:nvSpPr>
          <p:cNvPr id="2" name="label-25001__s026o002">
            <a:extLst xmlns:a="http://schemas.openxmlformats.org/drawingml/2006/main">
              <a:ext uri="{FF2B5EF4-FFF2-40B4-BE49-F238E27FC236}">
                <a16:creationId xmlns:a16="http://schemas.microsoft.com/office/drawing/2014/main" id="{93F76891-5127-4AC0-A836-C0B2071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5002__s026o003">
            <a:extLst xmlns:a="http://schemas.openxmlformats.org/drawingml/2006/main">
              <a:ext uri="{FF2B5EF4-FFF2-40B4-BE49-F238E27FC236}">
                <a16:creationId xmlns:a16="http://schemas.microsoft.com/office/drawing/2014/main" id="{574EE572-53A3-40E0-ADF1-358E76B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KPIと推移</a:t>
            </a:r>
          </a:p>
        </p:txBody>
      </p:sp>
      <p:sp>
        <p:nvSpPr>
          <p:cNvPr id="4" name="title-25003__s026o004">
            <a:extLst xmlns:a="http://schemas.openxmlformats.org/drawingml/2006/main">
              <a:ext uri="{FF2B5EF4-FFF2-40B4-BE49-F238E27FC236}">
                <a16:creationId xmlns:a16="http://schemas.microsoft.com/office/drawing/2014/main" id="{0139A8C9-34A3-4BDB-AACB-B72F5C90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処理時間は改善し、目標3.0日に近づいている</a:t>
            </a:r>
          </a:p>
        </p:txBody>
      </p:sp>
      <p:sp>
        <p:nvSpPr>
          <p:cNvPr id="5" name="rule-25004__s026o005">
            <a:extLst xmlns:a="http://schemas.openxmlformats.org/drawingml/2006/main">
              <a:ext uri="{FF2B5EF4-FFF2-40B4-BE49-F238E27FC236}">
                <a16:creationId xmlns:a16="http://schemas.microsoft.com/office/drawing/2014/main" id="{D63B866A-5C27-46E8-B756-AFBAA1B1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5005__s026o006">
            <a:extLst xmlns:a="http://schemas.openxmlformats.org/drawingml/2006/main">
              <a:ext uri="{FF2B5EF4-FFF2-40B4-BE49-F238E27FC236}">
                <a16:creationId xmlns:a16="http://schemas.microsoft.com/office/drawing/2014/main" id="{F7C54A4F-E350-419D-A51D-9D171C5D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5006__s026o007">
            <a:extLst xmlns:a="http://schemas.openxmlformats.org/drawingml/2006/main">
              <a:ext uri="{FF2B5EF4-FFF2-40B4-BE49-F238E27FC236}">
                <a16:creationId xmlns:a16="http://schemas.microsoft.com/office/drawing/2014/main" id="{8950BCAD-8E1B-4CCA-B0C2-F995E85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kpi-trend  |  data  |  架空データ</a:t>
            </a:r>
          </a:p>
        </p:txBody>
      </p:sp>
      <p:sp>
        <p:nvSpPr>
          <p:cNvPr id="8" name="page-number-25007__s026o008">
            <a:extLst xmlns:a="http://schemas.openxmlformats.org/drawingml/2006/main">
              <a:ext uri="{FF2B5EF4-FFF2-40B4-BE49-F238E27FC236}">
                <a16:creationId xmlns:a16="http://schemas.microsoft.com/office/drawing/2014/main" id="{82E60CD0-32F2-4CB3-92F4-AA4EF6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9" name="metric-panel-25008__s026o009">
            <a:extLst xmlns:a="http://schemas.openxmlformats.org/drawingml/2006/main">
              <a:ext uri="{FF2B5EF4-FFF2-40B4-BE49-F238E27FC236}">
                <a16:creationId xmlns:a16="http://schemas.microsoft.com/office/drawing/2014/main" id="{C87134CC-624D-49B5-94A3-56C7C73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metric-label-25009__s026o010">
            <a:extLst xmlns:a="http://schemas.openxmlformats.org/drawingml/2006/main">
              <a:ext uri="{FF2B5EF4-FFF2-40B4-BE49-F238E27FC236}">
                <a16:creationId xmlns:a16="http://schemas.microsoft.com/office/drawing/2014/main" id="{5D2F4421-7970-41BB-9607-9BBA6DA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平均処理時間</a:t>
            </a:r>
          </a:p>
        </p:txBody>
      </p:sp>
      <p:sp>
        <p:nvSpPr>
          <p:cNvPr id="11" name="metric-value-25010__s026o011">
            <a:extLst xmlns:a="http://schemas.openxmlformats.org/drawingml/2006/main">
              <a:ext uri="{FF2B5EF4-FFF2-40B4-BE49-F238E27FC236}">
                <a16:creationId xmlns:a16="http://schemas.microsoft.com/office/drawing/2014/main" id="{0A6FC3A1-C161-4E53-B4DC-26F080C4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3.2日</a:t>
            </a:r>
          </a:p>
        </p:txBody>
      </p:sp>
      <p:sp>
        <p:nvSpPr>
          <p:cNvPr id="12" name="metric-note-25011__s026o012">
            <a:extLst xmlns:a="http://schemas.openxmlformats.org/drawingml/2006/main">
              <a:ext uri="{FF2B5EF4-FFF2-40B4-BE49-F238E27FC236}">
                <a16:creationId xmlns:a16="http://schemas.microsoft.com/office/drawing/2014/main" id="{481E1F60-9F16-4501-A74B-1B1B853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目標まで0.2日</a:t>
            </a:r>
          </a:p>
        </p:txBody>
      </p:sp>
      <p:sp>
        <p:nvSpPr>
          <p:cNvPr id="13" name="metric-panel-25012__s026o013">
            <a:extLst xmlns:a="http://schemas.openxmlformats.org/drawingml/2006/main">
              <a:ext uri="{FF2B5EF4-FFF2-40B4-BE49-F238E27FC236}">
                <a16:creationId xmlns:a16="http://schemas.microsoft.com/office/drawing/2014/main" id="{204DB4F1-9A77-4C38-8631-A21A91D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metric-label-25013__s026o014">
            <a:extLst xmlns:a="http://schemas.openxmlformats.org/drawingml/2006/main">
              <a:ext uri="{FF2B5EF4-FFF2-40B4-BE49-F238E27FC236}">
                <a16:creationId xmlns:a16="http://schemas.microsoft.com/office/drawing/2014/main" id="{2FB4BF41-C707-4AA4-B9E2-9F69B89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期限内完了率</a:t>
            </a:r>
          </a:p>
        </p:txBody>
      </p:sp>
      <p:sp>
        <p:nvSpPr>
          <p:cNvPr id="15" name="metric-value-25014__s026o015">
            <a:extLst xmlns:a="http://schemas.openxmlformats.org/drawingml/2006/main">
              <a:ext uri="{FF2B5EF4-FFF2-40B4-BE49-F238E27FC236}">
                <a16:creationId xmlns:a16="http://schemas.microsoft.com/office/drawing/2014/main" id="{B1FF115B-EE45-432A-B354-6E40256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00A6A6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91%</a:t>
            </a:r>
          </a:p>
        </p:txBody>
      </p:sp>
      <p:sp>
        <p:nvSpPr>
          <p:cNvPr id="16" name="metric-note-25015__s026o016">
            <a:extLst xmlns:a="http://schemas.openxmlformats.org/drawingml/2006/main">
              <a:ext uri="{FF2B5EF4-FFF2-40B4-BE49-F238E27FC236}">
                <a16:creationId xmlns:a16="http://schemas.microsoft.com/office/drawing/2014/main" id="{D6156102-43B7-49D5-8C33-F34616E8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前年差+6pt</a:t>
            </a:r>
          </a:p>
        </p:txBody>
      </p:sp>
      <p:sp>
        <p:nvSpPr>
          <p:cNvPr id="17" name="metric-panel-25016__s026o017">
            <a:extLst xmlns:a="http://schemas.openxmlformats.org/drawingml/2006/main">
              <a:ext uri="{FF2B5EF4-FFF2-40B4-BE49-F238E27FC236}">
                <a16:creationId xmlns:a16="http://schemas.microsoft.com/office/drawing/2014/main" id="{F7B7E4D4-D4BC-4797-8DC3-662351F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metric-label-25017__s026o018">
            <a:extLst xmlns:a="http://schemas.openxmlformats.org/drawingml/2006/main">
              <a:ext uri="{FF2B5EF4-FFF2-40B4-BE49-F238E27FC236}">
                <a16:creationId xmlns:a16="http://schemas.microsoft.com/office/drawing/2014/main" id="{81947237-68D1-443F-B9B6-DCEC5199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例外率</a:t>
            </a:r>
          </a:p>
        </p:txBody>
      </p:sp>
      <p:sp>
        <p:nvSpPr>
          <p:cNvPr id="19" name="metric-value-25018__s026o019">
            <a:extLst xmlns:a="http://schemas.openxmlformats.org/drawingml/2006/main">
              <a:ext uri="{FF2B5EF4-FFF2-40B4-BE49-F238E27FC236}">
                <a16:creationId xmlns:a16="http://schemas.microsoft.com/office/drawing/2014/main" id="{78D9864A-43CD-485F-B637-8F31976B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45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6%</a:t>
            </a:r>
          </a:p>
        </p:txBody>
      </p:sp>
      <p:sp>
        <p:nvSpPr>
          <p:cNvPr id="20" name="metric-note-25019__s026o020">
            <a:extLst xmlns:a="http://schemas.openxmlformats.org/drawingml/2006/main">
              <a:ext uri="{FF2B5EF4-FFF2-40B4-BE49-F238E27FC236}">
                <a16:creationId xmlns:a16="http://schemas.microsoft.com/office/drawing/2014/main" id="{D5EDE059-8D76-474E-9353-38B2139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基準内</a:t>
            </a:r>
          </a:p>
        </p:txBody>
      </p:sp>
      <p:graphicFrame>
        <p:nvGraphicFramePr>
          <p:cNvPr id="21" name="Chart__s026o021"/>
          <p:cNvGraphicFramePr/>
          <p:nvPr/>
        </p:nvGraphicFramePr>
        <p:xfrm>
          <a:off xmlns:a="http://schemas.openxmlformats.org/drawingml/2006/main" x="3333750" y="1676400"/>
          <a:ext xmlns:a="http://schemas.openxmlformats.org/drawingml/2006/main" cx="81724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72c3d1cea647e6"/>
          </a:graphicData>
        </a:graphic>
      </p:graphicFrame>
      <p:sp>
        <p:nvSpPr>
          <p:cNvPr id="22" name="callout-25020__s026o022">
            <a:extLst xmlns:a="http://schemas.openxmlformats.org/drawingml/2006/main">
              <a:ext uri="{FF2B5EF4-FFF2-40B4-BE49-F238E27FC236}">
                <a16:creationId xmlns:a16="http://schemas.microsoft.com/office/drawing/2014/main" id="{88E03ED9-C527-4C8F-9397-C275727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8172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callout-text-25021__s026o023">
            <a:extLst xmlns:a="http://schemas.openxmlformats.org/drawingml/2006/main">
              <a:ext uri="{FF2B5EF4-FFF2-40B4-BE49-F238E27FC236}">
                <a16:creationId xmlns:a16="http://schemas.microsoft.com/office/drawing/2014/main" id="{6F29A62D-FCE1-4A34-AE92-FA7DB7A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00650"/>
            <a:ext cx="782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速度と品質が同時に改善し、試行目標の範囲に入った</a:t>
            </a:r>
          </a:p>
        </p:txBody>
      </p:sp>
    </p:spTree>
    <p:extLst>
      <p:ext uri="{BB962C8B-B14F-4D97-AF65-F5344CB8AC3E}">
        <p14:creationId xmlns:p14="http://schemas.microsoft.com/office/powerpoint/2010/main" val="3914653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7o001"/>
        <p:cNvGrpSpPr/>
        <p:nvPr/>
      </p:nvGrpSpPr>
      <p:grpSpPr>
        <a:xfrm xmlns:a="http://schemas.openxmlformats.org/drawingml/2006/main"/>
      </p:grpSpPr>
      <p:sp>
        <p:nvSpPr>
          <p:cNvPr id="2" name="label-26001__s027o002">
            <a:extLst xmlns:a="http://schemas.openxmlformats.org/drawingml/2006/main">
              <a:ext uri="{FF2B5EF4-FFF2-40B4-BE49-F238E27FC236}">
                <a16:creationId xmlns:a16="http://schemas.microsoft.com/office/drawing/2014/main" id="{DDDA77CB-72FB-4D2A-BBC5-21F950AD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6002__s027o003">
            <a:extLst xmlns:a="http://schemas.openxmlformats.org/drawingml/2006/main">
              <a:ext uri="{FF2B5EF4-FFF2-40B4-BE49-F238E27FC236}">
                <a16:creationId xmlns:a16="http://schemas.microsoft.com/office/drawing/2014/main" id="{B7E3AF4D-2792-4DAE-91FF-9AD76D6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二つのKPI</a:t>
            </a:r>
          </a:p>
        </p:txBody>
      </p:sp>
      <p:sp>
        <p:nvSpPr>
          <p:cNvPr id="4" name="title-26003__s027o004">
            <a:extLst xmlns:a="http://schemas.openxmlformats.org/drawingml/2006/main">
              <a:ext uri="{FF2B5EF4-FFF2-40B4-BE49-F238E27FC236}">
                <a16:creationId xmlns:a16="http://schemas.microsoft.com/office/drawing/2014/main" id="{53A9B3A9-A1E4-4410-B8E1-FDFF91C3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処理時間は改善し、目標3.0日に近づいている</a:t>
            </a:r>
          </a:p>
        </p:txBody>
      </p:sp>
      <p:sp>
        <p:nvSpPr>
          <p:cNvPr id="5" name="rule-26004__s027o005">
            <a:extLst xmlns:a="http://schemas.openxmlformats.org/drawingml/2006/main">
              <a:ext uri="{FF2B5EF4-FFF2-40B4-BE49-F238E27FC236}">
                <a16:creationId xmlns:a16="http://schemas.microsoft.com/office/drawing/2014/main" id="{67032D1C-565D-4406-957A-5A55AB22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6005__s027o006">
            <a:extLst xmlns:a="http://schemas.openxmlformats.org/drawingml/2006/main">
              <a:ext uri="{FF2B5EF4-FFF2-40B4-BE49-F238E27FC236}">
                <a16:creationId xmlns:a16="http://schemas.microsoft.com/office/drawing/2014/main" id="{79FE48CF-A35A-4274-B5CE-AD6DD96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6006__s027o007">
            <a:extLst xmlns:a="http://schemas.openxmlformats.org/drawingml/2006/main">
              <a:ext uri="{FF2B5EF4-FFF2-40B4-BE49-F238E27FC236}">
                <a16:creationId xmlns:a16="http://schemas.microsoft.com/office/drawing/2014/main" id="{6E288475-C86B-4A91-9FC5-C653EAF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kpi-two  |  data  |  架空データ</a:t>
            </a:r>
          </a:p>
        </p:txBody>
      </p:sp>
      <p:sp>
        <p:nvSpPr>
          <p:cNvPr id="8" name="page-number-26007__s027o008">
            <a:extLst xmlns:a="http://schemas.openxmlformats.org/drawingml/2006/main">
              <a:ext uri="{FF2B5EF4-FFF2-40B4-BE49-F238E27FC236}">
                <a16:creationId xmlns:a16="http://schemas.microsoft.com/office/drawing/2014/main" id="{97171844-083E-4400-B66F-9556D8C4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9" name="metric-panel-26008__s027o009">
            <a:extLst xmlns:a="http://schemas.openxmlformats.org/drawingml/2006/main">
              <a:ext uri="{FF2B5EF4-FFF2-40B4-BE49-F238E27FC236}">
                <a16:creationId xmlns:a16="http://schemas.microsoft.com/office/drawing/2014/main" id="{F6114A3C-C511-46C5-9888-EFB9AD76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metric-label-26009__s027o010">
            <a:extLst xmlns:a="http://schemas.openxmlformats.org/drawingml/2006/main">
              <a:ext uri="{FF2B5EF4-FFF2-40B4-BE49-F238E27FC236}">
                <a16:creationId xmlns:a16="http://schemas.microsoft.com/office/drawing/2014/main" id="{EA74D18C-D393-4A04-9658-D88D09F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平均処理時間</a:t>
            </a:r>
          </a:p>
        </p:txBody>
      </p:sp>
      <p:sp>
        <p:nvSpPr>
          <p:cNvPr id="11" name="metric-value-26010__s027o011">
            <a:extLst xmlns:a="http://schemas.openxmlformats.org/drawingml/2006/main">
              <a:ext uri="{FF2B5EF4-FFF2-40B4-BE49-F238E27FC236}">
                <a16:creationId xmlns:a16="http://schemas.microsoft.com/office/drawing/2014/main" id="{EAF44297-D1DB-4E60-A0F1-AE930A0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3.2日</a:t>
            </a:r>
          </a:p>
        </p:txBody>
      </p:sp>
      <p:sp>
        <p:nvSpPr>
          <p:cNvPr id="12" name="metric-note-26011__s027o012">
            <a:extLst xmlns:a="http://schemas.openxmlformats.org/drawingml/2006/main">
              <a:ext uri="{FF2B5EF4-FFF2-40B4-BE49-F238E27FC236}">
                <a16:creationId xmlns:a16="http://schemas.microsoft.com/office/drawing/2014/main" id="{F9984BB3-EBC6-4AE3-B060-8A29B70D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-40%</a:t>
            </a:r>
          </a:p>
        </p:txBody>
      </p:sp>
      <p:sp>
        <p:nvSpPr>
          <p:cNvPr id="13" name="metric-panel-26012__s027o013">
            <a:extLst xmlns:a="http://schemas.openxmlformats.org/drawingml/2006/main">
              <a:ext uri="{FF2B5EF4-FFF2-40B4-BE49-F238E27FC236}">
                <a16:creationId xmlns:a16="http://schemas.microsoft.com/office/drawing/2014/main" id="{161A9EB7-9E9E-405F-BEAD-6E2EBE1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metric-label-26013__s027o014">
            <a:extLst xmlns:a="http://schemas.openxmlformats.org/drawingml/2006/main">
              <a:ext uri="{FF2B5EF4-FFF2-40B4-BE49-F238E27FC236}">
                <a16:creationId xmlns:a16="http://schemas.microsoft.com/office/drawing/2014/main" id="{E4D82CD8-7FCA-40FB-8DCD-8DE12FC8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期限内完了率</a:t>
            </a:r>
          </a:p>
        </p:txBody>
      </p:sp>
      <p:sp>
        <p:nvSpPr>
          <p:cNvPr id="15" name="metric-value-26014__s027o015">
            <a:extLst xmlns:a="http://schemas.openxmlformats.org/drawingml/2006/main">
              <a:ext uri="{FF2B5EF4-FFF2-40B4-BE49-F238E27FC236}">
                <a16:creationId xmlns:a16="http://schemas.microsoft.com/office/drawing/2014/main" id="{60412449-E3DE-4D15-9911-D2BB0D8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00A6A6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91%</a:t>
            </a:r>
          </a:p>
        </p:txBody>
      </p:sp>
      <p:sp>
        <p:nvSpPr>
          <p:cNvPr id="16" name="metric-note-26015__s027o016">
            <a:extLst xmlns:a="http://schemas.openxmlformats.org/drawingml/2006/main">
              <a:ext uri="{FF2B5EF4-FFF2-40B4-BE49-F238E27FC236}">
                <a16:creationId xmlns:a16="http://schemas.microsoft.com/office/drawing/2014/main" id="{1FDCBC59-FF75-417F-ACD2-A9F50BA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+6pt</a:t>
            </a:r>
          </a:p>
        </p:txBody>
      </p:sp>
      <p:sp>
        <p:nvSpPr>
          <p:cNvPr id="17" name="callout-26016__s027o017">
            <a:extLst xmlns:a="http://schemas.openxmlformats.org/drawingml/2006/main">
              <a:ext uri="{FF2B5EF4-FFF2-40B4-BE49-F238E27FC236}">
                <a16:creationId xmlns:a16="http://schemas.microsoft.com/office/drawing/2014/main" id="{E9599D6E-CEDC-451B-A18F-F59213C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callout-text-26017__s027o018">
            <a:extLst xmlns:a="http://schemas.openxmlformats.org/drawingml/2006/main">
              <a:ext uri="{FF2B5EF4-FFF2-40B4-BE49-F238E27FC236}">
                <a16:creationId xmlns:a16="http://schemas.microsoft.com/office/drawing/2014/main" id="{E1355AAB-C60E-4702-9642-4E6215E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727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主要指標はいずれも試行継続の基準を満たす</a:t>
            </a:r>
          </a:p>
        </p:txBody>
      </p:sp>
    </p:spTree>
    <p:extLst>
      <p:ext uri="{BB962C8B-B14F-4D97-AF65-F5344CB8AC3E}">
        <p14:creationId xmlns:p14="http://schemas.microsoft.com/office/powerpoint/2010/main" val="3017504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8o001"/>
        <p:cNvGrpSpPr/>
        <p:nvPr/>
      </p:nvGrpSpPr>
      <p:grpSpPr>
        <a:xfrm xmlns:a="http://schemas.openxmlformats.org/drawingml/2006/main"/>
      </p:grpSpPr>
      <p:sp>
        <p:nvSpPr>
          <p:cNvPr id="2" name="label-27001__s028o002">
            <a:extLst xmlns:a="http://schemas.openxmlformats.org/drawingml/2006/main">
              <a:ext uri="{FF2B5EF4-FFF2-40B4-BE49-F238E27FC236}">
                <a16:creationId xmlns:a16="http://schemas.microsoft.com/office/drawing/2014/main" id="{ECABB2C3-1296-4453-8F74-2780C85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7002__s028o003">
            <a:extLst xmlns:a="http://schemas.openxmlformats.org/drawingml/2006/main">
              <a:ext uri="{FF2B5EF4-FFF2-40B4-BE49-F238E27FC236}">
                <a16:creationId xmlns:a16="http://schemas.microsoft.com/office/drawing/2014/main" id="{04D49C6F-E390-447D-B7AA-09BD95DA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三つのKPI</a:t>
            </a:r>
          </a:p>
        </p:txBody>
      </p:sp>
      <p:sp>
        <p:nvSpPr>
          <p:cNvPr id="4" name="title-27003__s028o004">
            <a:extLst xmlns:a="http://schemas.openxmlformats.org/drawingml/2006/main">
              <a:ext uri="{FF2B5EF4-FFF2-40B4-BE49-F238E27FC236}">
                <a16:creationId xmlns:a16="http://schemas.microsoft.com/office/drawing/2014/main" id="{825F6EB6-44C9-4F90-ACC3-D96A95FF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処理時間は改善し、目標3.0日に近づいている</a:t>
            </a:r>
          </a:p>
        </p:txBody>
      </p:sp>
      <p:sp>
        <p:nvSpPr>
          <p:cNvPr id="5" name="rule-27004__s028o005">
            <a:extLst xmlns:a="http://schemas.openxmlformats.org/drawingml/2006/main">
              <a:ext uri="{FF2B5EF4-FFF2-40B4-BE49-F238E27FC236}">
                <a16:creationId xmlns:a16="http://schemas.microsoft.com/office/drawing/2014/main" id="{2A0B5AEF-AD4C-433C-A5F4-61A5F0D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7005__s028o006">
            <a:extLst xmlns:a="http://schemas.openxmlformats.org/drawingml/2006/main">
              <a:ext uri="{FF2B5EF4-FFF2-40B4-BE49-F238E27FC236}">
                <a16:creationId xmlns:a16="http://schemas.microsoft.com/office/drawing/2014/main" id="{07E15682-DAB9-47D5-9765-84BFEE2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7006__s028o007">
            <a:extLst xmlns:a="http://schemas.openxmlformats.org/drawingml/2006/main">
              <a:ext uri="{FF2B5EF4-FFF2-40B4-BE49-F238E27FC236}">
                <a16:creationId xmlns:a16="http://schemas.microsoft.com/office/drawing/2014/main" id="{2B79814B-B05F-41FA-BBCE-A2CCF33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kpi-three  |  data  |  架空データ</a:t>
            </a:r>
          </a:p>
        </p:txBody>
      </p:sp>
      <p:sp>
        <p:nvSpPr>
          <p:cNvPr id="8" name="page-number-27007__s028o008">
            <a:extLst xmlns:a="http://schemas.openxmlformats.org/drawingml/2006/main">
              <a:ext uri="{FF2B5EF4-FFF2-40B4-BE49-F238E27FC236}">
                <a16:creationId xmlns:a16="http://schemas.microsoft.com/office/drawing/2014/main" id="{33ABE6C9-6195-4266-9B0F-38A547BE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9" name="metric-panel-27008__s028o009">
            <a:extLst xmlns:a="http://schemas.openxmlformats.org/drawingml/2006/main">
              <a:ext uri="{FF2B5EF4-FFF2-40B4-BE49-F238E27FC236}">
                <a16:creationId xmlns:a16="http://schemas.microsoft.com/office/drawing/2014/main" id="{FB717695-8936-40CB-924B-6F5C2F9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metric-label-27009__s028o010">
            <a:extLst xmlns:a="http://schemas.openxmlformats.org/drawingml/2006/main">
              <a:ext uri="{FF2B5EF4-FFF2-40B4-BE49-F238E27FC236}">
                <a16:creationId xmlns:a16="http://schemas.microsoft.com/office/drawing/2014/main" id="{3D7A6084-55DD-4CE7-9015-388335A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平均処理時間</a:t>
            </a:r>
          </a:p>
        </p:txBody>
      </p:sp>
      <p:sp>
        <p:nvSpPr>
          <p:cNvPr id="11" name="metric-value-27010__s028o011">
            <a:extLst xmlns:a="http://schemas.openxmlformats.org/drawingml/2006/main">
              <a:ext uri="{FF2B5EF4-FFF2-40B4-BE49-F238E27FC236}">
                <a16:creationId xmlns:a16="http://schemas.microsoft.com/office/drawing/2014/main" id="{4E69E6DB-2849-4C35-BAC4-D7E90E2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3.2日</a:t>
            </a:r>
          </a:p>
        </p:txBody>
      </p:sp>
      <p:sp>
        <p:nvSpPr>
          <p:cNvPr id="12" name="metric-note-27011__s028o012">
            <a:extLst xmlns:a="http://schemas.openxmlformats.org/drawingml/2006/main">
              <a:ext uri="{FF2B5EF4-FFF2-40B4-BE49-F238E27FC236}">
                <a16:creationId xmlns:a16="http://schemas.microsoft.com/office/drawing/2014/main" id="{755D5F78-7DD5-4085-A086-55DF5379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-40%</a:t>
            </a:r>
          </a:p>
        </p:txBody>
      </p:sp>
      <p:sp>
        <p:nvSpPr>
          <p:cNvPr id="13" name="metric-panel-27012__s028o013">
            <a:extLst xmlns:a="http://schemas.openxmlformats.org/drawingml/2006/main">
              <a:ext uri="{FF2B5EF4-FFF2-40B4-BE49-F238E27FC236}">
                <a16:creationId xmlns:a16="http://schemas.microsoft.com/office/drawing/2014/main" id="{95ACD774-967D-4533-AADE-FA60F7CD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metric-label-27013__s028o014">
            <a:extLst xmlns:a="http://schemas.openxmlformats.org/drawingml/2006/main">
              <a:ext uri="{FF2B5EF4-FFF2-40B4-BE49-F238E27FC236}">
                <a16:creationId xmlns:a16="http://schemas.microsoft.com/office/drawing/2014/main" id="{338430F0-EE7C-4956-A2FC-2EAF2EF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期限内完了率</a:t>
            </a:r>
          </a:p>
        </p:txBody>
      </p:sp>
      <p:sp>
        <p:nvSpPr>
          <p:cNvPr id="15" name="metric-value-27014__s028o015">
            <a:extLst xmlns:a="http://schemas.openxmlformats.org/drawingml/2006/main">
              <a:ext uri="{FF2B5EF4-FFF2-40B4-BE49-F238E27FC236}">
                <a16:creationId xmlns:a16="http://schemas.microsoft.com/office/drawing/2014/main" id="{FCA5F398-FD30-45AF-A9EF-7CC2835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00A6A6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91%</a:t>
            </a:r>
          </a:p>
        </p:txBody>
      </p:sp>
      <p:sp>
        <p:nvSpPr>
          <p:cNvPr id="16" name="metric-note-27015__s028o016">
            <a:extLst xmlns:a="http://schemas.openxmlformats.org/drawingml/2006/main">
              <a:ext uri="{FF2B5EF4-FFF2-40B4-BE49-F238E27FC236}">
                <a16:creationId xmlns:a16="http://schemas.microsoft.com/office/drawing/2014/main" id="{4D17F018-2B51-4A7A-85CD-AB149B71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+6pt</a:t>
            </a:r>
          </a:p>
        </p:txBody>
      </p:sp>
      <p:sp>
        <p:nvSpPr>
          <p:cNvPr id="17" name="metric-panel-27016__s028o017">
            <a:extLst xmlns:a="http://schemas.openxmlformats.org/drawingml/2006/main">
              <a:ext uri="{FF2B5EF4-FFF2-40B4-BE49-F238E27FC236}">
                <a16:creationId xmlns:a16="http://schemas.microsoft.com/office/drawing/2014/main" id="{3AA60B8D-67DA-4A61-8678-1AB7ED7C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metric-label-27017__s028o018">
            <a:extLst xmlns:a="http://schemas.openxmlformats.org/drawingml/2006/main">
              <a:ext uri="{FF2B5EF4-FFF2-40B4-BE49-F238E27FC236}">
                <a16:creationId xmlns:a16="http://schemas.microsoft.com/office/drawing/2014/main" id="{60D475E4-18DA-4CBE-BFF9-1D72C69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例外率</a:t>
            </a:r>
          </a:p>
        </p:txBody>
      </p:sp>
      <p:sp>
        <p:nvSpPr>
          <p:cNvPr id="19" name="metric-value-27018__s028o019">
            <a:extLst xmlns:a="http://schemas.openxmlformats.org/drawingml/2006/main">
              <a:ext uri="{FF2B5EF4-FFF2-40B4-BE49-F238E27FC236}">
                <a16:creationId xmlns:a16="http://schemas.microsoft.com/office/drawing/2014/main" id="{9128F6BA-578B-4237-AC27-C2B93538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6%</a:t>
            </a:r>
          </a:p>
        </p:txBody>
      </p:sp>
      <p:sp>
        <p:nvSpPr>
          <p:cNvPr id="20" name="metric-note-27019__s028o020">
            <a:extLst xmlns:a="http://schemas.openxmlformats.org/drawingml/2006/main">
              <a:ext uri="{FF2B5EF4-FFF2-40B4-BE49-F238E27FC236}">
                <a16:creationId xmlns:a16="http://schemas.microsoft.com/office/drawing/2014/main" id="{EF46DF23-4DCB-4F1E-A776-182CC3DC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基準内</a:t>
            </a:r>
          </a:p>
        </p:txBody>
      </p:sp>
      <p:sp>
        <p:nvSpPr>
          <p:cNvPr id="21" name="callout-27020__s028o021">
            <a:extLst xmlns:a="http://schemas.openxmlformats.org/drawingml/2006/main">
              <a:ext uri="{FF2B5EF4-FFF2-40B4-BE49-F238E27FC236}">
                <a16:creationId xmlns:a16="http://schemas.microsoft.com/office/drawing/2014/main" id="{F322EC15-E581-42A7-8B29-533D0582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callout-text-27021__s028o022">
            <a:extLst xmlns:a="http://schemas.openxmlformats.org/drawingml/2006/main">
              <a:ext uri="{FF2B5EF4-FFF2-40B4-BE49-F238E27FC236}">
                <a16:creationId xmlns:a16="http://schemas.microsoft.com/office/drawing/2014/main" id="{6DABDD1B-E7AB-4779-8161-C5210E7F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727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主要指標はいずれも試行継続の基準を満たす</a:t>
            </a:r>
          </a:p>
        </p:txBody>
      </p:sp>
    </p:spTree>
    <p:extLst>
      <p:ext uri="{BB962C8B-B14F-4D97-AF65-F5344CB8AC3E}">
        <p14:creationId xmlns:p14="http://schemas.microsoft.com/office/powerpoint/2010/main" val="3357540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29o001"/>
        <p:cNvGrpSpPr/>
        <p:nvPr/>
      </p:nvGrpSpPr>
      <p:grpSpPr>
        <a:xfrm xmlns:a="http://schemas.openxmlformats.org/drawingml/2006/main"/>
      </p:grpSpPr>
      <p:sp>
        <p:nvSpPr>
          <p:cNvPr id="2" name="label-28001__s029o002">
            <a:extLst xmlns:a="http://schemas.openxmlformats.org/drawingml/2006/main">
              <a:ext uri="{FF2B5EF4-FFF2-40B4-BE49-F238E27FC236}">
                <a16:creationId xmlns:a16="http://schemas.microsoft.com/office/drawing/2014/main" id="{C3CAD00D-E721-401A-A5BF-EB75387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8002__s029o003">
            <a:extLst xmlns:a="http://schemas.openxmlformats.org/drawingml/2006/main">
              <a:ext uri="{FF2B5EF4-FFF2-40B4-BE49-F238E27FC236}">
                <a16:creationId xmlns:a16="http://schemas.microsoft.com/office/drawing/2014/main" id="{B23231A4-EF7B-4FB2-B4CA-FD52366F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横棒</a:t>
            </a:r>
          </a:p>
        </p:txBody>
      </p:sp>
      <p:sp>
        <p:nvSpPr>
          <p:cNvPr id="4" name="title-28003__s029o004">
            <a:extLst xmlns:a="http://schemas.openxmlformats.org/drawingml/2006/main">
              <a:ext uri="{FF2B5EF4-FFF2-40B4-BE49-F238E27FC236}">
                <a16:creationId xmlns:a16="http://schemas.microsoft.com/office/drawing/2014/main" id="{BAD7D324-FC16-4DD8-AA95-C1D5D01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手作業の振分けが処理時間の最大要因である</a:t>
            </a:r>
          </a:p>
        </p:txBody>
      </p:sp>
      <p:sp>
        <p:nvSpPr>
          <p:cNvPr id="5" name="rule-28004__s029o005">
            <a:extLst xmlns:a="http://schemas.openxmlformats.org/drawingml/2006/main">
              <a:ext uri="{FF2B5EF4-FFF2-40B4-BE49-F238E27FC236}">
                <a16:creationId xmlns:a16="http://schemas.microsoft.com/office/drawing/2014/main" id="{C8C4D7A1-774C-49EC-8446-3B4786A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8005__s029o006">
            <a:extLst xmlns:a="http://schemas.openxmlformats.org/drawingml/2006/main">
              <a:ext uri="{FF2B5EF4-FFF2-40B4-BE49-F238E27FC236}">
                <a16:creationId xmlns:a16="http://schemas.microsoft.com/office/drawing/2014/main" id="{4B68387F-159E-473C-B5B8-D8A7012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8006__s029o007">
            <a:extLst xmlns:a="http://schemas.openxmlformats.org/drawingml/2006/main">
              <a:ext uri="{FF2B5EF4-FFF2-40B4-BE49-F238E27FC236}">
                <a16:creationId xmlns:a16="http://schemas.microsoft.com/office/drawing/2014/main" id="{315CA6B2-C8BA-4810-BEAA-4C05954A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  |  data  |  架空データ</a:t>
            </a:r>
          </a:p>
        </p:txBody>
      </p:sp>
      <p:sp>
        <p:nvSpPr>
          <p:cNvPr id="8" name="page-number-28007__s029o008">
            <a:extLst xmlns:a="http://schemas.openxmlformats.org/drawingml/2006/main">
              <a:ext uri="{FF2B5EF4-FFF2-40B4-BE49-F238E27FC236}">
                <a16:creationId xmlns:a16="http://schemas.microsoft.com/office/drawing/2014/main" id="{8AB80FCE-2358-41DA-B00F-BE39A78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graphicFrame>
        <p:nvGraphicFramePr>
          <p:cNvPr id="9" name="Chart__s029o009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6837fc37742d5"/>
          </a:graphicData>
        </a:graphic>
      </p:graphicFrame>
      <p:sp>
        <p:nvSpPr>
          <p:cNvPr id="10" name="section-heading-28008__s029o010">
            <a:extLst xmlns:a="http://schemas.openxmlformats.org/drawingml/2006/main">
              <a:ext uri="{FF2B5EF4-FFF2-40B4-BE49-F238E27FC236}">
                <a16:creationId xmlns:a16="http://schemas.microsoft.com/office/drawing/2014/main" id="{9E04B766-0BFF-435B-AB67-2698E83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chart-insight-28009__s029o011">
            <a:extLst xmlns:a="http://schemas.openxmlformats.org/drawingml/2006/main">
              <a:ext uri="{FF2B5EF4-FFF2-40B4-BE49-F238E27FC236}">
                <a16:creationId xmlns:a16="http://schemas.microsoft.com/office/drawing/2014/main" id="{66D71EC0-37A0-4E64-BD4C-7086B1F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主要な変化を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一つに絞る</a:t>
            </a:r>
          </a:p>
        </p:txBody>
      </p:sp>
      <p:sp>
        <p:nvSpPr>
          <p:cNvPr id="12" name="bullet-28010__s029o012">
            <a:extLst xmlns:a="http://schemas.openxmlformats.org/drawingml/2006/main">
              <a:ext uri="{FF2B5EF4-FFF2-40B4-BE49-F238E27FC236}">
                <a16:creationId xmlns:a16="http://schemas.microsoft.com/office/drawing/2014/main" id="{BA15ADC3-575A-4006-9E3A-1F6E824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8011__s029o013">
            <a:extLst xmlns:a="http://schemas.openxmlformats.org/drawingml/2006/main">
              <a:ext uri="{FF2B5EF4-FFF2-40B4-BE49-F238E27FC236}">
                <a16:creationId xmlns:a16="http://schemas.microsoft.com/office/drawing/2014/main" id="{E7514C6A-B121-49F5-AD72-C437064D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14" name="bullet-28012__s029o014">
            <a:extLst xmlns:a="http://schemas.openxmlformats.org/drawingml/2006/main">
              <a:ext uri="{FF2B5EF4-FFF2-40B4-BE49-F238E27FC236}">
                <a16:creationId xmlns:a16="http://schemas.microsoft.com/office/drawing/2014/main" id="{1927F039-152A-4EB4-BAE6-83DA643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28013__s029o015">
            <a:extLst xmlns:a="http://schemas.openxmlformats.org/drawingml/2006/main">
              <a:ext uri="{FF2B5EF4-FFF2-40B4-BE49-F238E27FC236}">
                <a16:creationId xmlns:a16="http://schemas.microsoft.com/office/drawing/2014/main" id="{7D10BC48-0E4F-4D1D-AFC7-7BC95F2C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16276679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0o001"/>
        <p:cNvGrpSpPr/>
        <p:nvPr/>
      </p:nvGrpSpPr>
      <p:grpSpPr>
        <a:xfrm xmlns:a="http://schemas.openxmlformats.org/drawingml/2006/main"/>
      </p:grpSpPr>
      <p:sp>
        <p:nvSpPr>
          <p:cNvPr id="2" name="label-29001__s030o002">
            <a:extLst xmlns:a="http://schemas.openxmlformats.org/drawingml/2006/main">
              <a:ext uri="{FF2B5EF4-FFF2-40B4-BE49-F238E27FC236}">
                <a16:creationId xmlns:a16="http://schemas.microsoft.com/office/drawing/2014/main" id="{3890FACD-E162-4510-A0E1-8F691CAB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29002__s030o003">
            <a:extLst xmlns:a="http://schemas.openxmlformats.org/drawingml/2006/main">
              <a:ext uri="{FF2B5EF4-FFF2-40B4-BE49-F238E27FC236}">
                <a16:creationId xmlns:a16="http://schemas.microsoft.com/office/drawing/2014/main" id="{F85AA249-81C7-4328-A1EA-8BF21F90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折れ線</a:t>
            </a:r>
          </a:p>
        </p:txBody>
      </p:sp>
      <p:sp>
        <p:nvSpPr>
          <p:cNvPr id="4" name="title-29003__s030o004">
            <a:extLst xmlns:a="http://schemas.openxmlformats.org/drawingml/2006/main">
              <a:ext uri="{FF2B5EF4-FFF2-40B4-BE49-F238E27FC236}">
                <a16:creationId xmlns:a16="http://schemas.microsoft.com/office/drawing/2014/main" id="{6CE89CC7-CA27-4942-A5B9-B3B5BC8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処理時間は六か月連続で改善している</a:t>
            </a:r>
          </a:p>
        </p:txBody>
      </p:sp>
      <p:sp>
        <p:nvSpPr>
          <p:cNvPr id="5" name="rule-29004__s030o005">
            <a:extLst xmlns:a="http://schemas.openxmlformats.org/drawingml/2006/main">
              <a:ext uri="{FF2B5EF4-FFF2-40B4-BE49-F238E27FC236}">
                <a16:creationId xmlns:a16="http://schemas.microsoft.com/office/drawing/2014/main" id="{708304DB-34B7-4367-ACCA-A2828FD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29005__s030o006">
            <a:extLst xmlns:a="http://schemas.openxmlformats.org/drawingml/2006/main">
              <a:ext uri="{FF2B5EF4-FFF2-40B4-BE49-F238E27FC236}">
                <a16:creationId xmlns:a16="http://schemas.microsoft.com/office/drawing/2014/main" id="{C26088D1-D8AC-4500-9F83-911D3E45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9006__s030o007">
            <a:extLst xmlns:a="http://schemas.openxmlformats.org/drawingml/2006/main">
              <a:ext uri="{FF2B5EF4-FFF2-40B4-BE49-F238E27FC236}">
                <a16:creationId xmlns:a16="http://schemas.microsoft.com/office/drawing/2014/main" id="{A635A4E6-26D0-42D4-B124-EE34827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chart-insight-line  |  data  |  架空データ</a:t>
            </a:r>
          </a:p>
        </p:txBody>
      </p:sp>
      <p:sp>
        <p:nvSpPr>
          <p:cNvPr id="8" name="page-number-29007__s030o008">
            <a:extLst xmlns:a="http://schemas.openxmlformats.org/drawingml/2006/main">
              <a:ext uri="{FF2B5EF4-FFF2-40B4-BE49-F238E27FC236}">
                <a16:creationId xmlns:a16="http://schemas.microsoft.com/office/drawing/2014/main" id="{0097B1D8-6392-4919-879E-92B49EB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graphicFrame>
        <p:nvGraphicFramePr>
          <p:cNvPr id="9" name="Chart__s030o009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33d9bc4d354829"/>
          </a:graphicData>
        </a:graphic>
      </p:graphicFrame>
      <p:sp>
        <p:nvSpPr>
          <p:cNvPr id="10" name="section-heading-29008__s030o010">
            <a:extLst xmlns:a="http://schemas.openxmlformats.org/drawingml/2006/main">
              <a:ext uri="{FF2B5EF4-FFF2-40B4-BE49-F238E27FC236}">
                <a16:creationId xmlns:a16="http://schemas.microsoft.com/office/drawing/2014/main" id="{CA091526-8FC1-4ED5-B2CD-386E7CC2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chart-insight-29009__s030o011">
            <a:extLst xmlns:a="http://schemas.openxmlformats.org/drawingml/2006/main">
              <a:ext uri="{FF2B5EF4-FFF2-40B4-BE49-F238E27FC236}">
                <a16:creationId xmlns:a16="http://schemas.microsoft.com/office/drawing/2014/main" id="{F03166CA-CE7F-4153-9B7F-B2517112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主要な変化を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一つに絞る</a:t>
            </a:r>
          </a:p>
        </p:txBody>
      </p:sp>
      <p:sp>
        <p:nvSpPr>
          <p:cNvPr id="12" name="bullet-29010__s030o012">
            <a:extLst xmlns:a="http://schemas.openxmlformats.org/drawingml/2006/main">
              <a:ext uri="{FF2B5EF4-FFF2-40B4-BE49-F238E27FC236}">
                <a16:creationId xmlns:a16="http://schemas.microsoft.com/office/drawing/2014/main" id="{E1DA361E-9FEE-4262-99AE-E6B66A7E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9011__s030o013">
            <a:extLst xmlns:a="http://schemas.openxmlformats.org/drawingml/2006/main">
              <a:ext uri="{FF2B5EF4-FFF2-40B4-BE49-F238E27FC236}">
                <a16:creationId xmlns:a16="http://schemas.microsoft.com/office/drawing/2014/main" id="{A3DD2598-A1B2-4155-B935-14B4C2E0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14" name="bullet-29012__s030o014">
            <a:extLst xmlns:a="http://schemas.openxmlformats.org/drawingml/2006/main">
              <a:ext uri="{FF2B5EF4-FFF2-40B4-BE49-F238E27FC236}">
                <a16:creationId xmlns:a16="http://schemas.microsoft.com/office/drawing/2014/main" id="{236D4998-CD79-403E-8A50-068468F9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29013__s030o015">
            <a:extLst xmlns:a="http://schemas.openxmlformats.org/drawingml/2006/main">
              <a:ext uri="{FF2B5EF4-FFF2-40B4-BE49-F238E27FC236}">
                <a16:creationId xmlns:a16="http://schemas.microsoft.com/office/drawing/2014/main" id="{BB3B56AF-886C-4766-ABC2-E58AC5E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4482406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1o001"/>
        <p:cNvGrpSpPr/>
        <p:nvPr/>
      </p:nvGrpSpPr>
      <p:grpSpPr>
        <a:xfrm xmlns:a="http://schemas.openxmlformats.org/drawingml/2006/main"/>
      </p:grpSpPr>
      <p:sp>
        <p:nvSpPr>
          <p:cNvPr id="2" name="label-30001__s031o002">
            <a:extLst xmlns:a="http://schemas.openxmlformats.org/drawingml/2006/main">
              <a:ext uri="{FF2B5EF4-FFF2-40B4-BE49-F238E27FC236}">
                <a16:creationId xmlns:a16="http://schemas.microsoft.com/office/drawing/2014/main" id="{D29877A7-BB0C-4E88-917A-A2B2DDEC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0002__s031o003">
            <a:extLst xmlns:a="http://schemas.openxmlformats.org/drawingml/2006/main">
              <a:ext uri="{FF2B5EF4-FFF2-40B4-BE49-F238E27FC236}">
                <a16:creationId xmlns:a16="http://schemas.microsoft.com/office/drawing/2014/main" id="{548D63C2-9738-4EF4-BE3F-72B4C50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積み上げ</a:t>
            </a:r>
          </a:p>
        </p:txBody>
      </p:sp>
      <p:sp>
        <p:nvSpPr>
          <p:cNvPr id="4" name="title-30003__s031o004">
            <a:extLst xmlns:a="http://schemas.openxmlformats.org/drawingml/2006/main">
              <a:ext uri="{FF2B5EF4-FFF2-40B4-BE49-F238E27FC236}">
                <a16:creationId xmlns:a16="http://schemas.microsoft.com/office/drawing/2014/main" id="{2F32FF4F-3FC1-4E0A-B258-59F0E25D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自動処理の拡大により、人の確認時間が半減した</a:t>
            </a:r>
          </a:p>
        </p:txBody>
      </p:sp>
      <p:sp>
        <p:nvSpPr>
          <p:cNvPr id="5" name="rule-30004__s031o005">
            <a:extLst xmlns:a="http://schemas.openxmlformats.org/drawingml/2006/main">
              <a:ext uri="{FF2B5EF4-FFF2-40B4-BE49-F238E27FC236}">
                <a16:creationId xmlns:a16="http://schemas.microsoft.com/office/drawing/2014/main" id="{E0BA875C-8586-4FAB-A756-4788C7FE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0005__s031o006">
            <a:extLst xmlns:a="http://schemas.openxmlformats.org/drawingml/2006/main">
              <a:ext uri="{FF2B5EF4-FFF2-40B4-BE49-F238E27FC236}">
                <a16:creationId xmlns:a16="http://schemas.microsoft.com/office/drawing/2014/main" id="{8DA8AF0F-8122-413F-82DD-EF21BE9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0006__s031o007">
            <a:extLst xmlns:a="http://schemas.openxmlformats.org/drawingml/2006/main">
              <a:ext uri="{FF2B5EF4-FFF2-40B4-BE49-F238E27FC236}">
                <a16:creationId xmlns:a16="http://schemas.microsoft.com/office/drawing/2014/main" id="{E5BAEBDE-2969-4397-A6B8-09DECB1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chart-insight-stacked  |  data  |  架空データ</a:t>
            </a:r>
          </a:p>
        </p:txBody>
      </p:sp>
      <p:sp>
        <p:nvSpPr>
          <p:cNvPr id="8" name="page-number-30007__s031o008">
            <a:extLst xmlns:a="http://schemas.openxmlformats.org/drawingml/2006/main">
              <a:ext uri="{FF2B5EF4-FFF2-40B4-BE49-F238E27FC236}">
                <a16:creationId xmlns:a16="http://schemas.microsoft.com/office/drawing/2014/main" id="{D2862643-3560-4E19-B6CE-3D74E98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graphicFrame>
        <p:nvGraphicFramePr>
          <p:cNvPr id="9" name="Chart__s031o009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3915f51b6e4ede"/>
          </a:graphicData>
        </a:graphic>
      </p:graphicFrame>
      <p:sp>
        <p:nvSpPr>
          <p:cNvPr id="10" name="section-heading-30008__s031o010">
            <a:extLst xmlns:a="http://schemas.openxmlformats.org/drawingml/2006/main">
              <a:ext uri="{FF2B5EF4-FFF2-40B4-BE49-F238E27FC236}">
                <a16:creationId xmlns:a16="http://schemas.microsoft.com/office/drawing/2014/main" id="{BBA61FC2-4CB9-40B7-9493-5934656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chart-insight-30009__s031o011">
            <a:extLst xmlns:a="http://schemas.openxmlformats.org/drawingml/2006/main">
              <a:ext uri="{FF2B5EF4-FFF2-40B4-BE49-F238E27FC236}">
                <a16:creationId xmlns:a16="http://schemas.microsoft.com/office/drawing/2014/main" id="{04CAE82B-F90E-47F2-8EA0-CA38615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主要な変化を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一つに絞る</a:t>
            </a:r>
          </a:p>
        </p:txBody>
      </p:sp>
      <p:sp>
        <p:nvSpPr>
          <p:cNvPr id="12" name="bullet-30010__s031o012">
            <a:extLst xmlns:a="http://schemas.openxmlformats.org/drawingml/2006/main">
              <a:ext uri="{FF2B5EF4-FFF2-40B4-BE49-F238E27FC236}">
                <a16:creationId xmlns:a16="http://schemas.microsoft.com/office/drawing/2014/main" id="{17561499-28A1-4F55-A72E-8271E117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0011__s031o013">
            <a:extLst xmlns:a="http://schemas.openxmlformats.org/drawingml/2006/main">
              <a:ext uri="{FF2B5EF4-FFF2-40B4-BE49-F238E27FC236}">
                <a16:creationId xmlns:a16="http://schemas.microsoft.com/office/drawing/2014/main" id="{5DF337AF-66EC-4A60-A80D-50AE4AA5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14" name="bullet-30012__s031o014">
            <a:extLst xmlns:a="http://schemas.openxmlformats.org/drawingml/2006/main">
              <a:ext uri="{FF2B5EF4-FFF2-40B4-BE49-F238E27FC236}">
                <a16:creationId xmlns:a16="http://schemas.microsoft.com/office/drawing/2014/main" id="{847BA58E-8730-4852-98E8-8000B9F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30013__s031o015">
            <a:extLst xmlns:a="http://schemas.openxmlformats.org/drawingml/2006/main">
              <a:ext uri="{FF2B5EF4-FFF2-40B4-BE49-F238E27FC236}">
                <a16:creationId xmlns:a16="http://schemas.microsoft.com/office/drawing/2014/main" id="{6A65D948-F5AB-40AE-A98F-9BA2F50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3204469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2o001"/>
        <p:cNvGrpSpPr/>
        <p:nvPr/>
      </p:nvGrpSpPr>
      <p:grpSpPr>
        <a:xfrm xmlns:a="http://schemas.openxmlformats.org/drawingml/2006/main"/>
      </p:grpSpPr>
      <p:sp>
        <p:nvSpPr>
          <p:cNvPr id="2" name="label-31001__s032o002">
            <a:extLst xmlns:a="http://schemas.openxmlformats.org/drawingml/2006/main">
              <a:ext uri="{FF2B5EF4-FFF2-40B4-BE49-F238E27FC236}">
                <a16:creationId xmlns:a16="http://schemas.microsoft.com/office/drawing/2014/main" id="{73A69BFB-75F0-46AC-9436-D6E81347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1002__s032o003">
            <a:extLst xmlns:a="http://schemas.openxmlformats.org/drawingml/2006/main">
              <a:ext uri="{FF2B5EF4-FFF2-40B4-BE49-F238E27FC236}">
                <a16:creationId xmlns:a16="http://schemas.microsoft.com/office/drawing/2014/main" id="{FC4F304D-E00A-4F5F-9166-F58F1F8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ウォーターフォール</a:t>
            </a:r>
          </a:p>
        </p:txBody>
      </p:sp>
      <p:sp>
        <p:nvSpPr>
          <p:cNvPr id="4" name="title-31003__s032o004">
            <a:extLst xmlns:a="http://schemas.openxmlformats.org/drawingml/2006/main">
              <a:ext uri="{FF2B5EF4-FFF2-40B4-BE49-F238E27FC236}">
                <a16:creationId xmlns:a16="http://schemas.microsoft.com/office/drawing/2014/main" id="{8DC00796-C15B-4F37-867C-125E1C56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標準化と自動化で総工数を45%削減できる</a:t>
            </a:r>
          </a:p>
        </p:txBody>
      </p:sp>
      <p:sp>
        <p:nvSpPr>
          <p:cNvPr id="5" name="rule-31004__s032o005">
            <a:extLst xmlns:a="http://schemas.openxmlformats.org/drawingml/2006/main">
              <a:ext uri="{FF2B5EF4-FFF2-40B4-BE49-F238E27FC236}">
                <a16:creationId xmlns:a16="http://schemas.microsoft.com/office/drawing/2014/main" id="{290FDCBA-C3FA-4DDA-8B08-9B8098D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1005__s032o006">
            <a:extLst xmlns:a="http://schemas.openxmlformats.org/drawingml/2006/main">
              <a:ext uri="{FF2B5EF4-FFF2-40B4-BE49-F238E27FC236}">
                <a16:creationId xmlns:a16="http://schemas.microsoft.com/office/drawing/2014/main" id="{594A51E2-98EF-48E3-9151-30579D4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1006__s032o007">
            <a:extLst xmlns:a="http://schemas.openxmlformats.org/drawingml/2006/main">
              <a:ext uri="{FF2B5EF4-FFF2-40B4-BE49-F238E27FC236}">
                <a16:creationId xmlns:a16="http://schemas.microsoft.com/office/drawing/2014/main" id="{452369F0-7301-4641-8F8F-3D14C6D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chart-insight-waterfall  |  data  |  架空データ</a:t>
            </a:r>
          </a:p>
        </p:txBody>
      </p:sp>
      <p:sp>
        <p:nvSpPr>
          <p:cNvPr id="8" name="page-number-31007__s032o008">
            <a:extLst xmlns:a="http://schemas.openxmlformats.org/drawingml/2006/main">
              <a:ext uri="{FF2B5EF4-FFF2-40B4-BE49-F238E27FC236}">
                <a16:creationId xmlns:a16="http://schemas.microsoft.com/office/drawing/2014/main" id="{D8533BAD-8324-434C-B07A-B4C52D43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9" name="rule-31008__s032o009">
            <a:extLst xmlns:a="http://schemas.openxmlformats.org/drawingml/2006/main">
              <a:ext uri="{FF2B5EF4-FFF2-40B4-BE49-F238E27FC236}">
                <a16:creationId xmlns:a16="http://schemas.microsoft.com/office/drawing/2014/main" id="{DF874F6B-B956-4E21-A28C-EE67A45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aterfall-axis-label-31009__s032o010">
            <a:extLst xmlns:a="http://schemas.openxmlformats.org/drawingml/2006/main">
              <a:ext uri="{FF2B5EF4-FFF2-40B4-BE49-F238E27FC236}">
                <a16:creationId xmlns:a16="http://schemas.microsoft.com/office/drawing/2014/main" id="{385E0292-A1FA-4902-8873-E34ABA20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11" name="rule-31010__s032o011">
            <a:extLst xmlns:a="http://schemas.openxmlformats.org/drawingml/2006/main">
              <a:ext uri="{FF2B5EF4-FFF2-40B4-BE49-F238E27FC236}">
                <a16:creationId xmlns:a16="http://schemas.microsoft.com/office/drawing/2014/main" id="{9ACD1A6D-AD49-47AF-B7A6-90FD2B7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9768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aterfall-axis-label-31011__s032o012">
            <a:extLst xmlns:a="http://schemas.openxmlformats.org/drawingml/2006/main">
              <a:ext uri="{FF2B5EF4-FFF2-40B4-BE49-F238E27FC236}">
                <a16:creationId xmlns:a16="http://schemas.microsoft.com/office/drawing/2014/main" id="{020F0DC8-A262-4709-AEF0-BA4163B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4518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13" name="rule-31012__s032o013">
            <a:extLst xmlns:a="http://schemas.openxmlformats.org/drawingml/2006/main">
              <a:ext uri="{FF2B5EF4-FFF2-40B4-BE49-F238E27FC236}">
                <a16:creationId xmlns:a16="http://schemas.microsoft.com/office/drawing/2014/main" id="{AC3F0945-21F0-4014-84C4-D6CB738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5586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aterfall-axis-label-31013__s032o014">
            <a:extLst xmlns:a="http://schemas.openxmlformats.org/drawingml/2006/main">
              <a:ext uri="{FF2B5EF4-FFF2-40B4-BE49-F238E27FC236}">
                <a16:creationId xmlns:a16="http://schemas.microsoft.com/office/drawing/2014/main" id="{51788729-DBAC-4313-9DFF-CAF4394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0336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5" name="rule-31014__s032o015">
            <a:extLst xmlns:a="http://schemas.openxmlformats.org/drawingml/2006/main">
              <a:ext uri="{FF2B5EF4-FFF2-40B4-BE49-F238E27FC236}">
                <a16:creationId xmlns:a16="http://schemas.microsoft.com/office/drawing/2014/main" id="{4B083E7E-0D0F-42E2-B6F1-8C2499C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140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aterfall-axis-label-31015__s032o016">
            <a:extLst xmlns:a="http://schemas.openxmlformats.org/drawingml/2006/main">
              <a:ext uri="{FF2B5EF4-FFF2-40B4-BE49-F238E27FC236}">
                <a16:creationId xmlns:a16="http://schemas.microsoft.com/office/drawing/2014/main" id="{21A44359-4EF7-4425-B411-1CB11AEA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615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  <p:sp>
        <p:nvSpPr>
          <p:cNvPr id="17" name="rule-31016__s032o017">
            <a:extLst xmlns:a="http://schemas.openxmlformats.org/drawingml/2006/main">
              <a:ext uri="{FF2B5EF4-FFF2-40B4-BE49-F238E27FC236}">
                <a16:creationId xmlns:a16="http://schemas.microsoft.com/office/drawing/2014/main" id="{A848FB3A-69DB-488A-8D0A-BECCA5B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7223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aterfall-axis-label-31017__s032o018">
            <a:extLst xmlns:a="http://schemas.openxmlformats.org/drawingml/2006/main">
              <a:ext uri="{FF2B5EF4-FFF2-40B4-BE49-F238E27FC236}">
                <a16:creationId xmlns:a16="http://schemas.microsoft.com/office/drawing/2014/main" id="{9610089F-CE2B-4F7C-9538-DE6A640F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1973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80</a:t>
            </a:r>
          </a:p>
        </p:txBody>
      </p:sp>
      <p:sp>
        <p:nvSpPr>
          <p:cNvPr id="19" name="rule-31018__s032o019">
            <a:extLst xmlns:a="http://schemas.openxmlformats.org/drawingml/2006/main">
              <a:ext uri="{FF2B5EF4-FFF2-40B4-BE49-F238E27FC236}">
                <a16:creationId xmlns:a16="http://schemas.microsoft.com/office/drawing/2014/main" id="{18A19CB4-5641-4696-A8F8-F2B4E722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63041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aterfall-axis-label-31019__s032o020">
            <a:extLst xmlns:a="http://schemas.openxmlformats.org/drawingml/2006/main">
              <a:ext uri="{FF2B5EF4-FFF2-40B4-BE49-F238E27FC236}">
                <a16:creationId xmlns:a16="http://schemas.microsoft.com/office/drawing/2014/main" id="{D4C1D817-D227-4D5C-AD7E-D42A309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7791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21" name="waterfall-bar-31020__s032o021">
            <a:extLst xmlns:a="http://schemas.openxmlformats.org/drawingml/2006/main">
              <a:ext uri="{FF2B5EF4-FFF2-40B4-BE49-F238E27FC236}">
                <a16:creationId xmlns:a16="http://schemas.microsoft.com/office/drawing/2014/main" id="{BA673353-9C61-4B6F-83B3-06EE787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63041"/>
            <a:ext cx="571500" cy="27709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aterfall-value-31021__s032o022">
            <a:extLst xmlns:a="http://schemas.openxmlformats.org/drawingml/2006/main">
              <a:ext uri="{FF2B5EF4-FFF2-40B4-BE49-F238E27FC236}">
                <a16:creationId xmlns:a16="http://schemas.microsoft.com/office/drawing/2014/main" id="{86D295BF-D4E5-406A-8090-BAC1E0EC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4441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23" name="waterfall-category-31022__s032o023">
            <a:extLst xmlns:a="http://schemas.openxmlformats.org/drawingml/2006/main">
              <a:ext uri="{FF2B5EF4-FFF2-40B4-BE49-F238E27FC236}">
                <a16:creationId xmlns:a16="http://schemas.microsoft.com/office/drawing/2014/main" id="{DD6D0519-BC8F-4F30-9CFB-CD1831B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24" name="rule-31023__s032o024">
            <a:extLst xmlns:a="http://schemas.openxmlformats.org/drawingml/2006/main">
              <a:ext uri="{FF2B5EF4-FFF2-40B4-BE49-F238E27FC236}">
                <a16:creationId xmlns:a16="http://schemas.microsoft.com/office/drawing/2014/main" id="{F95C901D-6363-4718-8886-43A2C02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63041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aterfall-bar-31024__s032o025">
            <a:extLst xmlns:a="http://schemas.openxmlformats.org/drawingml/2006/main">
              <a:ext uri="{FF2B5EF4-FFF2-40B4-BE49-F238E27FC236}">
                <a16:creationId xmlns:a16="http://schemas.microsoft.com/office/drawing/2014/main" id="{20FCF42B-60EB-4461-98E8-319A0A4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63041"/>
            <a:ext cx="571500" cy="886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aterfall-value-31025__s032o026">
            <a:extLst xmlns:a="http://schemas.openxmlformats.org/drawingml/2006/main">
              <a:ext uri="{FF2B5EF4-FFF2-40B4-BE49-F238E27FC236}">
                <a16:creationId xmlns:a16="http://schemas.microsoft.com/office/drawing/2014/main" id="{DBE1EFFF-58EB-4B84-803C-DEFD30C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34441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−32</a:t>
            </a:r>
          </a:p>
        </p:txBody>
      </p:sp>
      <p:sp>
        <p:nvSpPr>
          <p:cNvPr id="27" name="waterfall-category-31026__s032o027">
            <a:extLst xmlns:a="http://schemas.openxmlformats.org/drawingml/2006/main">
              <a:ext uri="{FF2B5EF4-FFF2-40B4-BE49-F238E27FC236}">
                <a16:creationId xmlns:a16="http://schemas.microsoft.com/office/drawing/2014/main" id="{022581D9-00D7-4F79-AD10-6AF27BCF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29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自動化</a:t>
            </a:r>
          </a:p>
        </p:txBody>
      </p:sp>
      <p:sp>
        <p:nvSpPr>
          <p:cNvPr id="28" name="rule-31027__s032o028">
            <a:extLst xmlns:a="http://schemas.openxmlformats.org/drawingml/2006/main">
              <a:ext uri="{FF2B5EF4-FFF2-40B4-BE49-F238E27FC236}">
                <a16:creationId xmlns:a16="http://schemas.microsoft.com/office/drawing/2014/main" id="{01B82A1D-B53E-4E7A-B20D-78A2DC62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9732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aterfall-bar-31028__s032o029">
            <a:extLst xmlns:a="http://schemas.openxmlformats.org/drawingml/2006/main">
              <a:ext uri="{FF2B5EF4-FFF2-40B4-BE49-F238E27FC236}">
                <a16:creationId xmlns:a16="http://schemas.microsoft.com/office/drawing/2014/main" id="{6BE34EA8-A1B2-4709-84FA-F07C941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9732"/>
            <a:ext cx="571500" cy="581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aterfall-value-31029__s032o030">
            <a:extLst xmlns:a="http://schemas.openxmlformats.org/drawingml/2006/main">
              <a:ext uri="{FF2B5EF4-FFF2-40B4-BE49-F238E27FC236}">
                <a16:creationId xmlns:a16="http://schemas.microsoft.com/office/drawing/2014/main" id="{AD97FB4F-FFCF-4613-A147-C0AFE7D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21132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−21</a:t>
            </a:r>
          </a:p>
        </p:txBody>
      </p:sp>
      <p:sp>
        <p:nvSpPr>
          <p:cNvPr id="31" name="waterfall-category-31030__s032o031">
            <a:extLst xmlns:a="http://schemas.openxmlformats.org/drawingml/2006/main">
              <a:ext uri="{FF2B5EF4-FFF2-40B4-BE49-F238E27FC236}">
                <a16:creationId xmlns:a16="http://schemas.microsoft.com/office/drawing/2014/main" id="{5A2354C4-B34B-4DD9-932F-415CA5B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29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32" name="rule-31031__s032o032">
            <a:extLst xmlns:a="http://schemas.openxmlformats.org/drawingml/2006/main">
              <a:ext uri="{FF2B5EF4-FFF2-40B4-BE49-F238E27FC236}">
                <a16:creationId xmlns:a16="http://schemas.microsoft.com/office/drawing/2014/main" id="{E418AB92-7572-4FD2-926E-CB9F41FB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1623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aterfall-bar-31032__s032o033">
            <a:extLst xmlns:a="http://schemas.openxmlformats.org/drawingml/2006/main">
              <a:ext uri="{FF2B5EF4-FFF2-40B4-BE49-F238E27FC236}">
                <a16:creationId xmlns:a16="http://schemas.microsoft.com/office/drawing/2014/main" id="{695AE2D0-DAB0-40B9-9B3D-A444F558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09950"/>
            <a:ext cx="571500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aterfall-value-31033__s032o034">
            <a:extLst xmlns:a="http://schemas.openxmlformats.org/drawingml/2006/main">
              <a:ext uri="{FF2B5EF4-FFF2-40B4-BE49-F238E27FC236}">
                <a16:creationId xmlns:a16="http://schemas.microsoft.com/office/drawing/2014/main" id="{2FCA8DF5-FC4B-4A12-9DD6-EE822A64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+8</a:t>
            </a:r>
          </a:p>
        </p:txBody>
      </p:sp>
      <p:sp>
        <p:nvSpPr>
          <p:cNvPr id="35" name="waterfall-category-31034__s032o035">
            <a:extLst xmlns:a="http://schemas.openxmlformats.org/drawingml/2006/main">
              <a:ext uri="{FF2B5EF4-FFF2-40B4-BE49-F238E27FC236}">
                <a16:creationId xmlns:a16="http://schemas.microsoft.com/office/drawing/2014/main" id="{E4C98F9D-511E-4AD2-A6A2-83285815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例外増</a:t>
            </a:r>
          </a:p>
        </p:txBody>
      </p:sp>
      <p:sp>
        <p:nvSpPr>
          <p:cNvPr id="36" name="waterfall-bar-31035__s032o036">
            <a:extLst xmlns:a="http://schemas.openxmlformats.org/drawingml/2006/main">
              <a:ext uri="{FF2B5EF4-FFF2-40B4-BE49-F238E27FC236}">
                <a16:creationId xmlns:a16="http://schemas.microsoft.com/office/drawing/2014/main" id="{B671442C-5131-4695-BF4F-DCE8F4E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571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aterfall-value-31036__s032o037">
            <a:extLst xmlns:a="http://schemas.openxmlformats.org/drawingml/2006/main">
              <a:ext uri="{FF2B5EF4-FFF2-40B4-BE49-F238E27FC236}">
                <a16:creationId xmlns:a16="http://schemas.microsoft.com/office/drawing/2014/main" id="{ECE52113-B1D5-42AB-96ED-7C7F338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38" name="waterfall-category-31037__s032o038">
            <a:extLst xmlns:a="http://schemas.openxmlformats.org/drawingml/2006/main">
              <a:ext uri="{FF2B5EF4-FFF2-40B4-BE49-F238E27FC236}">
                <a16:creationId xmlns:a16="http://schemas.microsoft.com/office/drawing/2014/main" id="{D8F6E630-2D7E-41FE-838F-361CCAD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改善後</a:t>
            </a:r>
          </a:p>
        </p:txBody>
      </p:sp>
      <p:sp>
        <p:nvSpPr>
          <p:cNvPr id="39" name="section-heading-31038__s032o039">
            <a:extLst xmlns:a="http://schemas.openxmlformats.org/drawingml/2006/main">
              <a:ext uri="{FF2B5EF4-FFF2-40B4-BE49-F238E27FC236}">
                <a16:creationId xmlns:a16="http://schemas.microsoft.com/office/drawing/2014/main" id="{3B5D9BD9-438A-4861-8A85-97AFEAEA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40" name="chart-insight-31039__s032o040">
            <a:extLst xmlns:a="http://schemas.openxmlformats.org/drawingml/2006/main">
              <a:ext uri="{FF2B5EF4-FFF2-40B4-BE49-F238E27FC236}">
                <a16:creationId xmlns:a16="http://schemas.microsoft.com/office/drawing/2014/main" id="{AE21F1AD-3697-463F-8D96-951D3D9E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主要な変化を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一つに絞る</a:t>
            </a:r>
          </a:p>
        </p:txBody>
      </p:sp>
      <p:sp>
        <p:nvSpPr>
          <p:cNvPr id="41" name="bullet-31040__s032o041">
            <a:extLst xmlns:a="http://schemas.openxmlformats.org/drawingml/2006/main">
              <a:ext uri="{FF2B5EF4-FFF2-40B4-BE49-F238E27FC236}">
                <a16:creationId xmlns:a16="http://schemas.microsoft.com/office/drawing/2014/main" id="{723CE976-880F-4F7E-BEFE-C445086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ullet-text-31041__s032o042">
            <a:extLst xmlns:a="http://schemas.openxmlformats.org/drawingml/2006/main">
              <a:ext uri="{FF2B5EF4-FFF2-40B4-BE49-F238E27FC236}">
                <a16:creationId xmlns:a16="http://schemas.microsoft.com/office/drawing/2014/main" id="{073A4017-4B45-451B-A767-F3FD465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43" name="bullet-31042__s032o043">
            <a:extLst xmlns:a="http://schemas.openxmlformats.org/drawingml/2006/main">
              <a:ext uri="{FF2B5EF4-FFF2-40B4-BE49-F238E27FC236}">
                <a16:creationId xmlns:a16="http://schemas.microsoft.com/office/drawing/2014/main" id="{26D7B5AF-6EE3-495E-9785-B569D429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ullet-text-31043__s032o044">
            <a:extLst xmlns:a="http://schemas.openxmlformats.org/drawingml/2006/main">
              <a:ext uri="{FF2B5EF4-FFF2-40B4-BE49-F238E27FC236}">
                <a16:creationId xmlns:a16="http://schemas.microsoft.com/office/drawing/2014/main" id="{19C24D80-0474-4B7C-AF23-662B548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5298770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3o001"/>
        <p:cNvGrpSpPr/>
        <p:nvPr/>
      </p:nvGrpSpPr>
      <p:grpSpPr>
        <a:xfrm xmlns:a="http://schemas.openxmlformats.org/drawingml/2006/main"/>
      </p:grpSpPr>
      <p:sp>
        <p:nvSpPr>
          <p:cNvPr id="2" name="label-32001__s033o002">
            <a:extLst xmlns:a="http://schemas.openxmlformats.org/drawingml/2006/main">
              <a:ext uri="{FF2B5EF4-FFF2-40B4-BE49-F238E27FC236}">
                <a16:creationId xmlns:a16="http://schemas.microsoft.com/office/drawing/2014/main" id="{9EA31E41-E3E7-406B-AB11-C1FC2FB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2002__s033o003">
            <a:extLst xmlns:a="http://schemas.openxmlformats.org/drawingml/2006/main">
              <a:ext uri="{FF2B5EF4-FFF2-40B4-BE49-F238E27FC236}">
                <a16:creationId xmlns:a16="http://schemas.microsoft.com/office/drawing/2014/main" id="{57C95556-B18E-4FC7-9A72-DCE3185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構成比</a:t>
            </a:r>
          </a:p>
        </p:txBody>
      </p:sp>
      <p:sp>
        <p:nvSpPr>
          <p:cNvPr id="4" name="title-32003__s033o004">
            <a:extLst xmlns:a="http://schemas.openxmlformats.org/drawingml/2006/main">
              <a:ext uri="{FF2B5EF4-FFF2-40B4-BE49-F238E27FC236}">
                <a16:creationId xmlns:a16="http://schemas.microsoft.com/office/drawing/2014/main" id="{80E0295A-4F73-4E6F-A924-2C39DFFE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自動処理が全体の58%を占めるまで拡大した</a:t>
            </a:r>
          </a:p>
        </p:txBody>
      </p:sp>
      <p:sp>
        <p:nvSpPr>
          <p:cNvPr id="5" name="rule-32004__s033o005">
            <a:extLst xmlns:a="http://schemas.openxmlformats.org/drawingml/2006/main">
              <a:ext uri="{FF2B5EF4-FFF2-40B4-BE49-F238E27FC236}">
                <a16:creationId xmlns:a16="http://schemas.microsoft.com/office/drawing/2014/main" id="{6A2CB86D-92D8-4121-BCEB-B15A63C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2005__s033o006">
            <a:extLst xmlns:a="http://schemas.openxmlformats.org/drawingml/2006/main">
              <a:ext uri="{FF2B5EF4-FFF2-40B4-BE49-F238E27FC236}">
                <a16:creationId xmlns:a16="http://schemas.microsoft.com/office/drawing/2014/main" id="{3B8E7844-0E6E-48A2-BB5E-EDF42649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2006__s033o007">
            <a:extLst xmlns:a="http://schemas.openxmlformats.org/drawingml/2006/main">
              <a:ext uri="{FF2B5EF4-FFF2-40B4-BE49-F238E27FC236}">
                <a16:creationId xmlns:a16="http://schemas.microsoft.com/office/drawing/2014/main" id="{BFDE9FBF-FED0-47AF-8D26-2567F1C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chart-insight-donut  |  data  |  架空データ</a:t>
            </a:r>
          </a:p>
        </p:txBody>
      </p:sp>
      <p:sp>
        <p:nvSpPr>
          <p:cNvPr id="8" name="page-number-32007__s033o008">
            <a:extLst xmlns:a="http://schemas.openxmlformats.org/drawingml/2006/main">
              <a:ext uri="{FF2B5EF4-FFF2-40B4-BE49-F238E27FC236}">
                <a16:creationId xmlns:a16="http://schemas.microsoft.com/office/drawing/2014/main" id="{E3B9872A-678C-4D3B-9751-7B2F7FC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graphicFrame>
        <p:nvGraphicFramePr>
          <p:cNvPr id="9" name="Chart__s033o009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e9b097f9224639"/>
          </a:graphicData>
        </a:graphic>
      </p:graphicFrame>
      <p:sp>
        <p:nvSpPr>
          <p:cNvPr id="10" name="section-heading-32008__s033o010">
            <a:extLst xmlns:a="http://schemas.openxmlformats.org/drawingml/2006/main">
              <a:ext uri="{FF2B5EF4-FFF2-40B4-BE49-F238E27FC236}">
                <a16:creationId xmlns:a16="http://schemas.microsoft.com/office/drawing/2014/main" id="{D50DC3B1-ECCE-41EB-B963-7FCFE71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chart-insight-32009__s033o011">
            <a:extLst xmlns:a="http://schemas.openxmlformats.org/drawingml/2006/main">
              <a:ext uri="{FF2B5EF4-FFF2-40B4-BE49-F238E27FC236}">
                <a16:creationId xmlns:a16="http://schemas.microsoft.com/office/drawing/2014/main" id="{E00DFA35-B272-4262-9CA7-54AE2A3D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主要な変化を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一つに絞る</a:t>
            </a:r>
          </a:p>
        </p:txBody>
      </p:sp>
      <p:sp>
        <p:nvSpPr>
          <p:cNvPr id="12" name="bullet-32010__s033o012">
            <a:extLst xmlns:a="http://schemas.openxmlformats.org/drawingml/2006/main">
              <a:ext uri="{FF2B5EF4-FFF2-40B4-BE49-F238E27FC236}">
                <a16:creationId xmlns:a16="http://schemas.microsoft.com/office/drawing/2014/main" id="{19BC020E-D338-4882-A43C-E34F4CA0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2011__s033o013">
            <a:extLst xmlns:a="http://schemas.openxmlformats.org/drawingml/2006/main">
              <a:ext uri="{FF2B5EF4-FFF2-40B4-BE49-F238E27FC236}">
                <a16:creationId xmlns:a16="http://schemas.microsoft.com/office/drawing/2014/main" id="{EF2D99D0-2F3C-47B7-A418-5652127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14" name="bullet-32012__s033o014">
            <a:extLst xmlns:a="http://schemas.openxmlformats.org/drawingml/2006/main">
              <a:ext uri="{FF2B5EF4-FFF2-40B4-BE49-F238E27FC236}">
                <a16:creationId xmlns:a16="http://schemas.microsoft.com/office/drawing/2014/main" id="{03E712A1-27F7-4EE3-866C-DA6CB5A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32013__s033o015">
            <a:extLst xmlns:a="http://schemas.openxmlformats.org/drawingml/2006/main">
              <a:ext uri="{FF2B5EF4-FFF2-40B4-BE49-F238E27FC236}">
                <a16:creationId xmlns:a16="http://schemas.microsoft.com/office/drawing/2014/main" id="{131AD354-9ADA-41DD-9F0F-8699069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8481355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4o001"/>
        <p:cNvGrpSpPr/>
        <p:nvPr/>
      </p:nvGrpSpPr>
      <p:grpSpPr>
        <a:xfrm xmlns:a="http://schemas.openxmlformats.org/drawingml/2006/main"/>
      </p:grpSpPr>
      <p:sp>
        <p:nvSpPr>
          <p:cNvPr id="2" name="label-33001__s034o002">
            <a:extLst xmlns:a="http://schemas.openxmlformats.org/drawingml/2006/main">
              <a:ext uri="{FF2B5EF4-FFF2-40B4-BE49-F238E27FC236}">
                <a16:creationId xmlns:a16="http://schemas.microsoft.com/office/drawing/2014/main" id="{9E68282E-DFD0-41F3-9CCA-EE161CD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3002__s034o003">
            <a:extLst xmlns:a="http://schemas.openxmlformats.org/drawingml/2006/main">
              <a:ext uri="{FF2B5EF4-FFF2-40B4-BE49-F238E27FC236}">
                <a16:creationId xmlns:a16="http://schemas.microsoft.com/office/drawing/2014/main" id="{ED37C374-5327-498F-9E93-AC27484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散布図</a:t>
            </a:r>
          </a:p>
        </p:txBody>
      </p:sp>
      <p:sp>
        <p:nvSpPr>
          <p:cNvPr id="4" name="title-33003__s034o004">
            <a:extLst xmlns:a="http://schemas.openxmlformats.org/drawingml/2006/main">
              <a:ext uri="{FF2B5EF4-FFF2-40B4-BE49-F238E27FC236}">
                <a16:creationId xmlns:a16="http://schemas.microsoft.com/office/drawing/2014/main" id="{70B7BFC3-3ADB-4AF9-B1D6-95A82AB9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効果が高く実行しやすい施策から着手する</a:t>
            </a:r>
          </a:p>
        </p:txBody>
      </p:sp>
      <p:sp>
        <p:nvSpPr>
          <p:cNvPr id="5" name="rule-33004__s034o005">
            <a:extLst xmlns:a="http://schemas.openxmlformats.org/drawingml/2006/main">
              <a:ext uri="{FF2B5EF4-FFF2-40B4-BE49-F238E27FC236}">
                <a16:creationId xmlns:a16="http://schemas.microsoft.com/office/drawing/2014/main" id="{0B878B2B-3C75-4D06-8D6D-8656202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3005__s034o006">
            <a:extLst xmlns:a="http://schemas.openxmlformats.org/drawingml/2006/main">
              <a:ext uri="{FF2B5EF4-FFF2-40B4-BE49-F238E27FC236}">
                <a16:creationId xmlns:a16="http://schemas.microsoft.com/office/drawing/2014/main" id="{5945BEB9-7C70-40F0-B3AB-09F7416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3006__s034o007">
            <a:extLst xmlns:a="http://schemas.openxmlformats.org/drawingml/2006/main">
              <a:ext uri="{FF2B5EF4-FFF2-40B4-BE49-F238E27FC236}">
                <a16:creationId xmlns:a16="http://schemas.microsoft.com/office/drawing/2014/main" id="{77D9547D-3DFC-4049-A7A7-E6718B7D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chart-insight-scatter  |  data  |  架空データ</a:t>
            </a:r>
          </a:p>
        </p:txBody>
      </p:sp>
      <p:sp>
        <p:nvSpPr>
          <p:cNvPr id="8" name="page-number-33007__s034o008">
            <a:extLst xmlns:a="http://schemas.openxmlformats.org/drawingml/2006/main">
              <a:ext uri="{FF2B5EF4-FFF2-40B4-BE49-F238E27FC236}">
                <a16:creationId xmlns:a16="http://schemas.microsoft.com/office/drawing/2014/main" id="{4AB6F3B5-2E3C-432B-B08D-ED83603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graphicFrame>
        <p:nvGraphicFramePr>
          <p:cNvPr id="9" name="Chart__s034o009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acfb4489994504"/>
          </a:graphicData>
        </a:graphic>
      </p:graphicFrame>
      <p:sp>
        <p:nvSpPr>
          <p:cNvPr id="10" name="section-heading-33008__s034o010">
            <a:extLst xmlns:a="http://schemas.openxmlformats.org/drawingml/2006/main">
              <a:ext uri="{FF2B5EF4-FFF2-40B4-BE49-F238E27FC236}">
                <a16:creationId xmlns:a16="http://schemas.microsoft.com/office/drawing/2014/main" id="{A1375C6B-8896-4806-A649-DB9DD88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chart-insight-33009__s034o011">
            <a:extLst xmlns:a="http://schemas.openxmlformats.org/drawingml/2006/main">
              <a:ext uri="{FF2B5EF4-FFF2-40B4-BE49-F238E27FC236}">
                <a16:creationId xmlns:a16="http://schemas.microsoft.com/office/drawing/2014/main" id="{C558C1BE-C8E4-4857-8ED6-BE76629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1. 入力標準化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2. 自動振分け</a:t>
            </a:r>
          </a:p>
        </p:txBody>
      </p:sp>
      <p:sp>
        <p:nvSpPr>
          <p:cNvPr id="12" name="bullet-33010__s034o012">
            <a:extLst xmlns:a="http://schemas.openxmlformats.org/drawingml/2006/main">
              <a:ext uri="{FF2B5EF4-FFF2-40B4-BE49-F238E27FC236}">
                <a16:creationId xmlns:a16="http://schemas.microsoft.com/office/drawing/2014/main" id="{3D4F585E-E43D-4B00-A8FD-8037E73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3011__s034o013">
            <a:extLst xmlns:a="http://schemas.openxmlformats.org/drawingml/2006/main">
              <a:ext uri="{FF2B5EF4-FFF2-40B4-BE49-F238E27FC236}">
                <a16:creationId xmlns:a16="http://schemas.microsoft.com/office/drawing/2014/main" id="{D5D3252F-7F15-4789-82D6-A4C05154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比較軸を固定</a:t>
            </a:r>
          </a:p>
        </p:txBody>
      </p:sp>
      <p:sp>
        <p:nvSpPr>
          <p:cNvPr id="14" name="bullet-33012__s034o014">
            <a:extLst xmlns:a="http://schemas.openxmlformats.org/drawingml/2006/main">
              <a:ext uri="{FF2B5EF4-FFF2-40B4-BE49-F238E27FC236}">
                <a16:creationId xmlns:a16="http://schemas.microsoft.com/office/drawing/2014/main" id="{2F1B810E-FB91-40AA-9A4E-16EB113A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33013__s034o015">
            <a:extLst xmlns:a="http://schemas.openxmlformats.org/drawingml/2006/main">
              <a:ext uri="{FF2B5EF4-FFF2-40B4-BE49-F238E27FC236}">
                <a16:creationId xmlns:a16="http://schemas.microsoft.com/office/drawing/2014/main" id="{23D1DED8-8A43-46EE-9D3D-BDD5908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例示値を明示</a:t>
            </a:r>
          </a:p>
        </p:txBody>
      </p:sp>
    </p:spTree>
    <p:extLst>
      <p:ext uri="{BB962C8B-B14F-4D97-AF65-F5344CB8AC3E}">
        <p14:creationId xmlns:p14="http://schemas.microsoft.com/office/powerpoint/2010/main" val="4912259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5o001"/>
        <p:cNvGrpSpPr/>
        <p:nvPr/>
      </p:nvGrpSpPr>
      <p:grpSpPr>
        <a:xfrm xmlns:a="http://schemas.openxmlformats.org/drawingml/2006/main"/>
      </p:grpSpPr>
      <p:sp>
        <p:nvSpPr>
          <p:cNvPr id="2" name="label-34001__s035o002">
            <a:extLst xmlns:a="http://schemas.openxmlformats.org/drawingml/2006/main">
              <a:ext uri="{FF2B5EF4-FFF2-40B4-BE49-F238E27FC236}">
                <a16:creationId xmlns:a16="http://schemas.microsoft.com/office/drawing/2014/main" id="{85F56777-3538-4750-A79D-FCF45AA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4002__s035o003">
            <a:extLst xmlns:a="http://schemas.openxmlformats.org/drawingml/2006/main">
              <a:ext uri="{FF2B5EF4-FFF2-40B4-BE49-F238E27FC236}">
                <a16:creationId xmlns:a16="http://schemas.microsoft.com/office/drawing/2014/main" id="{650BEFAB-EC8D-4D26-8656-0A23513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表と示唆</a:t>
            </a:r>
          </a:p>
        </p:txBody>
      </p:sp>
      <p:sp>
        <p:nvSpPr>
          <p:cNvPr id="4" name="title-34003__s035o004">
            <a:extLst xmlns:a="http://schemas.openxmlformats.org/drawingml/2006/main">
              <a:ext uri="{FF2B5EF4-FFF2-40B4-BE49-F238E27FC236}">
                <a16:creationId xmlns:a16="http://schemas.microsoft.com/office/drawing/2014/main" id="{CE91A633-5D59-4DC7-833A-67A19313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案Bは総費用を抑えつつ、運用工数を半減できる</a:t>
            </a:r>
          </a:p>
        </p:txBody>
      </p:sp>
      <p:sp>
        <p:nvSpPr>
          <p:cNvPr id="5" name="rule-34004__s035o005">
            <a:extLst xmlns:a="http://schemas.openxmlformats.org/drawingml/2006/main">
              <a:ext uri="{FF2B5EF4-FFF2-40B4-BE49-F238E27FC236}">
                <a16:creationId xmlns:a16="http://schemas.microsoft.com/office/drawing/2014/main" id="{6C6371B7-B690-417B-BFFE-2925E4AF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4005__s035o006">
            <a:extLst xmlns:a="http://schemas.openxmlformats.org/drawingml/2006/main">
              <a:ext uri="{FF2B5EF4-FFF2-40B4-BE49-F238E27FC236}">
                <a16:creationId xmlns:a16="http://schemas.microsoft.com/office/drawing/2014/main" id="{5C10E7D4-856E-4CB9-B3D4-32817572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4006__s035o007">
            <a:extLst xmlns:a="http://schemas.openxmlformats.org/drawingml/2006/main">
              <a:ext uri="{FF2B5EF4-FFF2-40B4-BE49-F238E27FC236}">
                <a16:creationId xmlns:a16="http://schemas.microsoft.com/office/drawing/2014/main" id="{81C86A80-853B-4ADB-A058-90E7DDF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table-insight  |  data  |  架空データ</a:t>
            </a:r>
          </a:p>
        </p:txBody>
      </p:sp>
      <p:sp>
        <p:nvSpPr>
          <p:cNvPr id="8" name="page-number-34007__s035o008">
            <a:extLst xmlns:a="http://schemas.openxmlformats.org/drawingml/2006/main">
              <a:ext uri="{FF2B5EF4-FFF2-40B4-BE49-F238E27FC236}">
                <a16:creationId xmlns:a16="http://schemas.microsoft.com/office/drawing/2014/main" id="{CFB8258F-4783-4896-8338-FE3521D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graphicFrame>
        <p:nvGraphicFramePr>
          <p:cNvPr id="9" name="object__s035o009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80962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4063"/>
                <a:gridCol w="2024063"/>
                <a:gridCol w="2024063"/>
                <a:gridCol w="2024063"/>
              </a:tblGrid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案B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初期費用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800万円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1,200万円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2,000万円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年間運用費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600万円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300万円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240万円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導入期間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2か月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3か月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8か月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運用工数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3年総費用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2,600万円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2,100万円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2,720万円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ection-heading-34008__s035o010">
            <a:extLst xmlns:a="http://schemas.openxmlformats.org/drawingml/2006/main">
              <a:ext uri="{FF2B5EF4-FFF2-40B4-BE49-F238E27FC236}">
                <a16:creationId xmlns:a16="http://schemas.microsoft.com/office/drawing/2014/main" id="{80A6EA1F-0DFB-404F-BF31-FD7833DF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読み取るべきこと</a:t>
            </a:r>
          </a:p>
        </p:txBody>
      </p:sp>
      <p:sp>
        <p:nvSpPr>
          <p:cNvPr id="11" name="table-delta-34009__s035o011">
            <a:extLst xmlns:a="http://schemas.openxmlformats.org/drawingml/2006/main">
              <a:ext uri="{FF2B5EF4-FFF2-40B4-BE49-F238E27FC236}">
                <a16:creationId xmlns:a16="http://schemas.microsoft.com/office/drawing/2014/main" id="{67DCB37E-F011-4452-AC76-A59DC35A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43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-500万円</a:t>
            </a:r>
          </a:p>
        </p:txBody>
      </p:sp>
      <p:sp>
        <p:nvSpPr>
          <p:cNvPr id="12" name="table-note-34010__s035o012">
            <a:extLst xmlns:a="http://schemas.openxmlformats.org/drawingml/2006/main">
              <a:ext uri="{FF2B5EF4-FFF2-40B4-BE49-F238E27FC236}">
                <a16:creationId xmlns:a16="http://schemas.microsoft.com/office/drawing/2014/main" id="{6B4D96E0-3254-4A36-AC61-5D6B59A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案Aに対する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3年間の差</a:t>
            </a:r>
          </a:p>
        </p:txBody>
      </p:sp>
      <p:sp>
        <p:nvSpPr>
          <p:cNvPr id="13" name="bullet-34011__s035o013">
            <a:extLst xmlns:a="http://schemas.openxmlformats.org/drawingml/2006/main">
              <a:ext uri="{FF2B5EF4-FFF2-40B4-BE49-F238E27FC236}">
                <a16:creationId xmlns:a16="http://schemas.microsoft.com/office/drawing/2014/main" id="{4094251E-DCBF-4251-87E6-37D55D5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76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34012__s035o014">
            <a:extLst xmlns:a="http://schemas.openxmlformats.org/drawingml/2006/main">
              <a:ext uri="{FF2B5EF4-FFF2-40B4-BE49-F238E27FC236}">
                <a16:creationId xmlns:a16="http://schemas.microsoft.com/office/drawing/2014/main" id="{84CBFC49-AC13-4442-80FE-742AFC61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運用工数は50%へ</a:t>
            </a:r>
          </a:p>
        </p:txBody>
      </p:sp>
      <p:sp>
        <p:nvSpPr>
          <p:cNvPr id="15" name="bullet-34013__s035o015">
            <a:extLst xmlns:a="http://schemas.openxmlformats.org/drawingml/2006/main">
              <a:ext uri="{FF2B5EF4-FFF2-40B4-BE49-F238E27FC236}">
                <a16:creationId xmlns:a16="http://schemas.microsoft.com/office/drawing/2014/main" id="{9EC75C58-022E-4447-A278-AAD994DF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38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34014__s035o016">
            <a:extLst xmlns:a="http://schemas.openxmlformats.org/drawingml/2006/main">
              <a:ext uri="{FF2B5EF4-FFF2-40B4-BE49-F238E27FC236}">
                <a16:creationId xmlns:a16="http://schemas.microsoft.com/office/drawing/2014/main" id="{ACE31ACB-86DC-4EAF-8AE2-28C03B2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33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全面刷新より短期間</a:t>
            </a:r>
          </a:p>
        </p:txBody>
      </p:sp>
    </p:spTree>
    <p:extLst>
      <p:ext uri="{BB962C8B-B14F-4D97-AF65-F5344CB8AC3E}">
        <p14:creationId xmlns:p14="http://schemas.microsoft.com/office/powerpoint/2010/main" val="382270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6o001"/>
        <p:cNvGrpSpPr/>
        <p:nvPr/>
      </p:nvGrpSpPr>
      <p:grpSpPr>
        <a:xfrm xmlns:a="http://schemas.openxmlformats.org/drawingml/2006/main"/>
      </p:grpSpPr>
      <p:sp>
        <p:nvSpPr>
          <p:cNvPr id="2" name="label-35001__s036o002">
            <a:extLst xmlns:a="http://schemas.openxmlformats.org/drawingml/2006/main">
              <a:ext uri="{FF2B5EF4-FFF2-40B4-BE49-F238E27FC236}">
                <a16:creationId xmlns:a16="http://schemas.microsoft.com/office/drawing/2014/main" id="{809D60EC-AF2D-42E8-B22B-EFDA2D6C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5002__s036o003">
            <a:extLst xmlns:a="http://schemas.openxmlformats.org/drawingml/2006/main">
              <a:ext uri="{FF2B5EF4-FFF2-40B4-BE49-F238E27FC236}">
                <a16:creationId xmlns:a16="http://schemas.microsoft.com/office/drawing/2014/main" id="{67D42C7F-16C8-4CC5-82A8-E3ECD20C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同型チャート比較</a:t>
            </a:r>
          </a:p>
        </p:txBody>
      </p:sp>
      <p:sp>
        <p:nvSpPr>
          <p:cNvPr id="4" name="title-35003__s036o004">
            <a:extLst xmlns:a="http://schemas.openxmlformats.org/drawingml/2006/main">
              <a:ext uri="{FF2B5EF4-FFF2-40B4-BE49-F238E27FC236}">
                <a16:creationId xmlns:a16="http://schemas.microsoft.com/office/drawing/2014/main" id="{A2B96A6C-41A1-4C7F-9562-A2C6A83B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全部門で改善したが、部門Cは鈍化している</a:t>
            </a:r>
          </a:p>
        </p:txBody>
      </p:sp>
      <p:sp>
        <p:nvSpPr>
          <p:cNvPr id="5" name="rule-35004__s036o005">
            <a:extLst xmlns:a="http://schemas.openxmlformats.org/drawingml/2006/main">
              <a:ext uri="{FF2B5EF4-FFF2-40B4-BE49-F238E27FC236}">
                <a16:creationId xmlns:a16="http://schemas.microsoft.com/office/drawing/2014/main" id="{608E13AA-8CA9-4A3A-92CF-010E827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5005__s036o006">
            <a:extLst xmlns:a="http://schemas.openxmlformats.org/drawingml/2006/main">
              <a:ext uri="{FF2B5EF4-FFF2-40B4-BE49-F238E27FC236}">
                <a16:creationId xmlns:a16="http://schemas.microsoft.com/office/drawing/2014/main" id="{D6337725-5438-487D-9D3A-896ECA1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5006__s036o007">
            <a:extLst xmlns:a="http://schemas.openxmlformats.org/drawingml/2006/main">
              <a:ext uri="{FF2B5EF4-FFF2-40B4-BE49-F238E27FC236}">
                <a16:creationId xmlns:a16="http://schemas.microsoft.com/office/drawing/2014/main" id="{3BB70474-5762-4EAB-9FFE-D228F69B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small-multiples  |  data  |  架空データ</a:t>
            </a:r>
          </a:p>
        </p:txBody>
      </p:sp>
      <p:sp>
        <p:nvSpPr>
          <p:cNvPr id="8" name="page-number-35007__s036o008">
            <a:extLst xmlns:a="http://schemas.openxmlformats.org/drawingml/2006/main">
              <a:ext uri="{FF2B5EF4-FFF2-40B4-BE49-F238E27FC236}">
                <a16:creationId xmlns:a16="http://schemas.microsoft.com/office/drawing/2014/main" id="{9C6CF35C-A751-4C06-8F29-65B9642F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9" name="small-chart-panel-35008__s036o009">
            <a:extLst xmlns:a="http://schemas.openxmlformats.org/drawingml/2006/main">
              <a:ext uri="{FF2B5EF4-FFF2-40B4-BE49-F238E27FC236}">
                <a16:creationId xmlns:a16="http://schemas.microsoft.com/office/drawing/2014/main" id="{8F3554B9-B980-4477-A5B6-B4C9991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10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section-heading-35009__s036o010">
            <a:extLst xmlns:a="http://schemas.openxmlformats.org/drawingml/2006/main">
              <a:ext uri="{FF2B5EF4-FFF2-40B4-BE49-F238E27FC236}">
                <a16:creationId xmlns:a16="http://schemas.microsoft.com/office/drawing/2014/main" id="{A444EE09-5CD7-4C1D-9C23-CD44E6E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部門A</a:t>
            </a:r>
          </a:p>
        </p:txBody>
      </p:sp>
      <p:graphicFrame>
        <p:nvGraphicFramePr>
          <p:cNvPr id="11" name="Chart__s036o011"/>
          <p:cNvGraphicFramePr/>
          <p:nvPr/>
        </p:nvGraphicFramePr>
        <p:xfrm>
          <a:off xmlns:a="http://schemas.openxmlformats.org/drawingml/2006/main" x="1828800" y="1676400"/>
          <a:ext xmlns:a="http://schemas.openxmlformats.org/drawingml/2006/main" cx="37338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dd58eace7447bd"/>
          </a:graphicData>
        </a:graphic>
      </p:graphicFrame>
      <p:sp>
        <p:nvSpPr>
          <p:cNvPr id="12" name="small-chart-panel-35010__s036o012">
            <a:extLst xmlns:a="http://schemas.openxmlformats.org/drawingml/2006/main">
              <a:ext uri="{FF2B5EF4-FFF2-40B4-BE49-F238E27FC236}">
                <a16:creationId xmlns:a16="http://schemas.microsoft.com/office/drawing/2014/main" id="{A032EEA0-2016-4B60-B8F2-9AFF652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10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3" name="section-heading-35011__s036o013">
            <a:extLst xmlns:a="http://schemas.openxmlformats.org/drawingml/2006/main">
              <a:ext uri="{FF2B5EF4-FFF2-40B4-BE49-F238E27FC236}">
                <a16:creationId xmlns:a16="http://schemas.microsoft.com/office/drawing/2014/main" id="{74040233-05EF-47BD-B481-F5BDD4A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部門B</a:t>
            </a:r>
          </a:p>
        </p:txBody>
      </p:sp>
      <p:graphicFrame>
        <p:nvGraphicFramePr>
          <p:cNvPr id="14" name="Chart__s036o014"/>
          <p:cNvGraphicFramePr/>
          <p:nvPr/>
        </p:nvGraphicFramePr>
        <p:xfrm>
          <a:off xmlns:a="http://schemas.openxmlformats.org/drawingml/2006/main" x="7239000" y="1676400"/>
          <a:ext xmlns:a="http://schemas.openxmlformats.org/drawingml/2006/main" cx="37338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16a5a05a7e4996"/>
          </a:graphicData>
        </a:graphic>
      </p:graphicFrame>
      <p:sp>
        <p:nvSpPr>
          <p:cNvPr id="15" name="small-chart-panel-35012__s036o015">
            <a:extLst xmlns:a="http://schemas.openxmlformats.org/drawingml/2006/main">
              <a:ext uri="{FF2B5EF4-FFF2-40B4-BE49-F238E27FC236}">
                <a16:creationId xmlns:a16="http://schemas.microsoft.com/office/drawing/2014/main" id="{D3262615-247B-4835-98D2-35028AD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0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6" name="section-heading-35013__s036o016">
            <a:extLst xmlns:a="http://schemas.openxmlformats.org/drawingml/2006/main">
              <a:ext uri="{FF2B5EF4-FFF2-40B4-BE49-F238E27FC236}">
                <a16:creationId xmlns:a16="http://schemas.microsoft.com/office/drawing/2014/main" id="{E86A82D4-0236-423E-B066-173287B9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部門C</a:t>
            </a:r>
          </a:p>
        </p:txBody>
      </p:sp>
      <p:graphicFrame>
        <p:nvGraphicFramePr>
          <p:cNvPr id="17" name="Chart__s036o017"/>
          <p:cNvGraphicFramePr/>
          <p:nvPr/>
        </p:nvGraphicFramePr>
        <p:xfrm>
          <a:off xmlns:a="http://schemas.openxmlformats.org/drawingml/2006/main" x="1828800" y="3695700"/>
          <a:ext xmlns:a="http://schemas.openxmlformats.org/drawingml/2006/main" cx="37338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4dc536a2974f66"/>
          </a:graphicData>
        </a:graphic>
      </p:graphicFrame>
      <p:sp>
        <p:nvSpPr>
          <p:cNvPr id="18" name="small-chart-panel-35014__s036o018">
            <a:extLst xmlns:a="http://schemas.openxmlformats.org/drawingml/2006/main">
              <a:ext uri="{FF2B5EF4-FFF2-40B4-BE49-F238E27FC236}">
                <a16:creationId xmlns:a16="http://schemas.microsoft.com/office/drawing/2014/main" id="{B43A549E-140E-4E9E-9494-6958240E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10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9" name="section-heading-35015__s036o019">
            <a:extLst xmlns:a="http://schemas.openxmlformats.org/drawingml/2006/main">
              <a:ext uri="{FF2B5EF4-FFF2-40B4-BE49-F238E27FC236}">
                <a16:creationId xmlns:a16="http://schemas.microsoft.com/office/drawing/2014/main" id="{87817B9C-83F3-45C7-939F-4DA9D14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部門D</a:t>
            </a:r>
          </a:p>
        </p:txBody>
      </p:sp>
      <p:graphicFrame>
        <p:nvGraphicFramePr>
          <p:cNvPr id="20" name="Chart__s036o020"/>
          <p:cNvGraphicFramePr/>
          <p:nvPr/>
        </p:nvGraphicFramePr>
        <p:xfrm>
          <a:off xmlns:a="http://schemas.openxmlformats.org/drawingml/2006/main" x="7239000" y="3695700"/>
          <a:ext xmlns:a="http://schemas.openxmlformats.org/drawingml/2006/main" cx="373380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a7f91803e64aa5"/>
          </a:graphicData>
        </a:graphic>
      </p:graphicFrame>
      <p:sp>
        <p:nvSpPr>
          <p:cNvPr id="21" name="callout-35016__s036o021">
            <a:extLst xmlns:a="http://schemas.openxmlformats.org/drawingml/2006/main">
              <a:ext uri="{FF2B5EF4-FFF2-40B4-BE49-F238E27FC236}">
                <a16:creationId xmlns:a16="http://schemas.microsoft.com/office/drawing/2014/main" id="{95E395BC-FDBD-4B9D-AA73-7B5AFAAF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callout-text-35017__s036o022">
            <a:extLst xmlns:a="http://schemas.openxmlformats.org/drawingml/2006/main">
              <a:ext uri="{FF2B5EF4-FFF2-40B4-BE49-F238E27FC236}">
                <a16:creationId xmlns:a16="http://schemas.microsoft.com/office/drawing/2014/main" id="{23D8F832-9EDC-4AF2-B598-2CD6BA6C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部門Cは例外案件が多く、入力標準化を先に行う</a:t>
            </a:r>
          </a:p>
        </p:txBody>
      </p:sp>
    </p:spTree>
    <p:extLst>
      <p:ext uri="{BB962C8B-B14F-4D97-AF65-F5344CB8AC3E}">
        <p14:creationId xmlns:p14="http://schemas.microsoft.com/office/powerpoint/2010/main" val="173373924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7o001"/>
        <p:cNvGrpSpPr/>
        <p:nvPr/>
      </p:nvGrpSpPr>
      <p:grpSpPr>
        <a:xfrm xmlns:a="http://schemas.openxmlformats.org/drawingml/2006/main"/>
      </p:grpSpPr>
      <p:sp>
        <p:nvSpPr>
          <p:cNvPr id="2" name="label-36001__s037o002">
            <a:extLst xmlns:a="http://schemas.openxmlformats.org/drawingml/2006/main">
              <a:ext uri="{FF2B5EF4-FFF2-40B4-BE49-F238E27FC236}">
                <a16:creationId xmlns:a16="http://schemas.microsoft.com/office/drawing/2014/main" id="{E93436B8-287F-4308-A83E-8EB60AD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6002__s037o003">
            <a:extLst xmlns:a="http://schemas.openxmlformats.org/drawingml/2006/main">
              <a:ext uri="{FF2B5EF4-FFF2-40B4-BE49-F238E27FC236}">
                <a16:creationId xmlns:a16="http://schemas.microsoft.com/office/drawing/2014/main" id="{A7CAFF8A-F114-4E2B-9EBE-A2353E2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目標対比バー</a:t>
            </a:r>
          </a:p>
        </p:txBody>
      </p:sp>
      <p:sp>
        <p:nvSpPr>
          <p:cNvPr id="4" name="title-36003__s037o004">
            <a:extLst xmlns:a="http://schemas.openxmlformats.org/drawingml/2006/main">
              <a:ext uri="{FF2B5EF4-FFF2-40B4-BE49-F238E27FC236}">
                <a16:creationId xmlns:a16="http://schemas.microsoft.com/office/drawing/2014/main" id="{FEC4D2EE-5037-4823-8FC8-CF02140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試行準備は82%まで進み、教育だけが遅れる</a:t>
            </a:r>
          </a:p>
        </p:txBody>
      </p:sp>
      <p:sp>
        <p:nvSpPr>
          <p:cNvPr id="5" name="rule-36004__s037o005">
            <a:extLst xmlns:a="http://schemas.openxmlformats.org/drawingml/2006/main">
              <a:ext uri="{FF2B5EF4-FFF2-40B4-BE49-F238E27FC236}">
                <a16:creationId xmlns:a16="http://schemas.microsoft.com/office/drawing/2014/main" id="{99AA6F13-89C7-4258-86C6-FDAB0B0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6005__s037o006">
            <a:extLst xmlns:a="http://schemas.openxmlformats.org/drawingml/2006/main">
              <a:ext uri="{FF2B5EF4-FFF2-40B4-BE49-F238E27FC236}">
                <a16:creationId xmlns:a16="http://schemas.microsoft.com/office/drawing/2014/main" id="{B9D98D25-54CE-4A97-B079-C82AB25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6006__s037o007">
            <a:extLst xmlns:a="http://schemas.openxmlformats.org/drawingml/2006/main">
              <a:ext uri="{FF2B5EF4-FFF2-40B4-BE49-F238E27FC236}">
                <a16:creationId xmlns:a16="http://schemas.microsoft.com/office/drawing/2014/main" id="{2DE9B56D-F1EE-4E4E-9313-87F7000A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progress-bars  |  data  |  架空データ</a:t>
            </a:r>
          </a:p>
        </p:txBody>
      </p:sp>
      <p:sp>
        <p:nvSpPr>
          <p:cNvPr id="8" name="page-number-36007__s037o008">
            <a:extLst xmlns:a="http://schemas.openxmlformats.org/drawingml/2006/main">
              <a:ext uri="{FF2B5EF4-FFF2-40B4-BE49-F238E27FC236}">
                <a16:creationId xmlns:a16="http://schemas.microsoft.com/office/drawing/2014/main" id="{399AFD19-F776-4D80-B56D-53F67B2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9" name="progress-label-36008__s037o009">
            <a:extLst xmlns:a="http://schemas.openxmlformats.org/drawingml/2006/main">
              <a:ext uri="{FF2B5EF4-FFF2-40B4-BE49-F238E27FC236}">
                <a16:creationId xmlns:a16="http://schemas.microsoft.com/office/drawing/2014/main" id="{76CC1CFD-2C40-4508-9C0C-06DF19DB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対象案件</a:t>
            </a:r>
          </a:p>
        </p:txBody>
      </p:sp>
      <p:sp>
        <p:nvSpPr>
          <p:cNvPr id="10" name="progress-track-36009__s037o010">
            <a:extLst xmlns:a="http://schemas.openxmlformats.org/drawingml/2006/main">
              <a:ext uri="{FF2B5EF4-FFF2-40B4-BE49-F238E27FC236}">
                <a16:creationId xmlns:a16="http://schemas.microsoft.com/office/drawing/2014/main" id="{DFDEA034-0B2E-4760-AAAD-59B791D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049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gress-value-36010__s037o011">
            <a:extLst xmlns:a="http://schemas.openxmlformats.org/drawingml/2006/main">
              <a:ext uri="{FF2B5EF4-FFF2-40B4-BE49-F238E27FC236}">
                <a16:creationId xmlns:a16="http://schemas.microsoft.com/office/drawing/2014/main" id="{2EC0D4D2-E428-40AC-8995-B35B7D4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049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gress-percent-36011__s037o012">
            <a:extLst xmlns:a="http://schemas.openxmlformats.org/drawingml/2006/main">
              <a:ext uri="{FF2B5EF4-FFF2-40B4-BE49-F238E27FC236}">
                <a16:creationId xmlns:a16="http://schemas.microsoft.com/office/drawing/2014/main" id="{DE93F6A1-90DE-40A3-9BBE-EC682CC1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100%</a:t>
            </a:r>
          </a:p>
        </p:txBody>
      </p:sp>
      <p:sp>
        <p:nvSpPr>
          <p:cNvPr id="13" name="progress-status-36012__s037o013">
            <a:extLst xmlns:a="http://schemas.openxmlformats.org/drawingml/2006/main">
              <a:ext uri="{FF2B5EF4-FFF2-40B4-BE49-F238E27FC236}">
                <a16:creationId xmlns:a16="http://schemas.microsoft.com/office/drawing/2014/main" id="{7BC39CC5-1232-47BA-8CFE-7577005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61925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完了</a:t>
            </a:r>
          </a:p>
        </p:txBody>
      </p:sp>
      <p:sp>
        <p:nvSpPr>
          <p:cNvPr id="14" name="progress-label-36013__s037o014">
            <a:extLst xmlns:a="http://schemas.openxmlformats.org/drawingml/2006/main">
              <a:ext uri="{FF2B5EF4-FFF2-40B4-BE49-F238E27FC236}">
                <a16:creationId xmlns:a16="http://schemas.microsoft.com/office/drawing/2014/main" id="{F5581410-2C63-4EBB-A757-ABBD2BE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評価手順</a:t>
            </a:r>
          </a:p>
        </p:txBody>
      </p:sp>
      <p:sp>
        <p:nvSpPr>
          <p:cNvPr id="15" name="progress-track-36014__s037o015">
            <a:extLst xmlns:a="http://schemas.openxmlformats.org/drawingml/2006/main">
              <a:ext uri="{FF2B5EF4-FFF2-40B4-BE49-F238E27FC236}">
                <a16:creationId xmlns:a16="http://schemas.microsoft.com/office/drawing/2014/main" id="{3389E8F1-35FC-4202-9DC6-DF13710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gress-value-36015__s037o016">
            <a:extLst xmlns:a="http://schemas.openxmlformats.org/drawingml/2006/main">
              <a:ext uri="{FF2B5EF4-FFF2-40B4-BE49-F238E27FC236}">
                <a16:creationId xmlns:a16="http://schemas.microsoft.com/office/drawing/2014/main" id="{A25DB4C1-DB23-48C8-9690-DF5B752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63093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percent-36016__s037o017">
            <a:extLst xmlns:a="http://schemas.openxmlformats.org/drawingml/2006/main">
              <a:ext uri="{FF2B5EF4-FFF2-40B4-BE49-F238E27FC236}">
                <a16:creationId xmlns:a16="http://schemas.microsoft.com/office/drawing/2014/main" id="{89775A02-877A-46A3-B36A-0CF75B3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00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92%</a:t>
            </a:r>
          </a:p>
        </p:txBody>
      </p:sp>
      <p:sp>
        <p:nvSpPr>
          <p:cNvPr id="18" name="progress-status-36017__s037o018">
            <a:extLst xmlns:a="http://schemas.openxmlformats.org/drawingml/2006/main">
              <a:ext uri="{FF2B5EF4-FFF2-40B4-BE49-F238E27FC236}">
                <a16:creationId xmlns:a16="http://schemas.microsoft.com/office/drawing/2014/main" id="{24EA25B1-BA8B-43EE-B221-E0CD42F6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0030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順調</a:t>
            </a:r>
          </a:p>
        </p:txBody>
      </p:sp>
      <p:sp>
        <p:nvSpPr>
          <p:cNvPr id="19" name="progress-label-36018__s037o019">
            <a:extLst xmlns:a="http://schemas.openxmlformats.org/drawingml/2006/main">
              <a:ext uri="{FF2B5EF4-FFF2-40B4-BE49-F238E27FC236}">
                <a16:creationId xmlns:a16="http://schemas.microsoft.com/office/drawing/2014/main" id="{6D3C088A-BFBA-4908-88A0-13C0BB7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試行環境</a:t>
            </a:r>
          </a:p>
        </p:txBody>
      </p:sp>
      <p:sp>
        <p:nvSpPr>
          <p:cNvPr id="20" name="progress-track-36019__s037o020">
            <a:extLst xmlns:a="http://schemas.openxmlformats.org/drawingml/2006/main">
              <a:ext uri="{FF2B5EF4-FFF2-40B4-BE49-F238E27FC236}">
                <a16:creationId xmlns:a16="http://schemas.microsoft.com/office/drawing/2014/main" id="{AA25CDD6-925E-4431-A561-0B5BA05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670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gress-value-36020__s037o021">
            <a:extLst xmlns:a="http://schemas.openxmlformats.org/drawingml/2006/main">
              <a:ext uri="{FF2B5EF4-FFF2-40B4-BE49-F238E27FC236}">
                <a16:creationId xmlns:a16="http://schemas.microsoft.com/office/drawing/2014/main" id="{B8AE8979-87A9-441E-A128-D35E61D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67075"/>
            <a:ext cx="57607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gress-percent-36021__s037o022">
            <a:extLst xmlns:a="http://schemas.openxmlformats.org/drawingml/2006/main">
              <a:ext uri="{FF2B5EF4-FFF2-40B4-BE49-F238E27FC236}">
                <a16:creationId xmlns:a16="http://schemas.microsoft.com/office/drawing/2014/main" id="{8B17E27E-42E5-468F-AD91-A6B180E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856D"/>
                </a:solidFill>
                <a:latin typeface="Yu Gothic"/>
                <a:ea typeface="Yu Gothic"/>
                <a:cs typeface="Yu Gothic"/>
              </a:rPr>
              <a:t>84%</a:t>
            </a:r>
          </a:p>
        </p:txBody>
      </p:sp>
      <p:sp>
        <p:nvSpPr>
          <p:cNvPr id="23" name="progress-status-36022__s037o023">
            <a:extLst xmlns:a="http://schemas.openxmlformats.org/drawingml/2006/main">
              <a:ext uri="{FF2B5EF4-FFF2-40B4-BE49-F238E27FC236}">
                <a16:creationId xmlns:a16="http://schemas.microsoft.com/office/drawing/2014/main" id="{F85DCBBF-AB8F-42DC-A200-0EEED98C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順調</a:t>
            </a:r>
          </a:p>
        </p:txBody>
      </p:sp>
      <p:sp>
        <p:nvSpPr>
          <p:cNvPr id="24" name="progress-label-36023__s037o024">
            <a:extLst xmlns:a="http://schemas.openxmlformats.org/drawingml/2006/main">
              <a:ext uri="{FF2B5EF4-FFF2-40B4-BE49-F238E27FC236}">
                <a16:creationId xmlns:a16="http://schemas.microsoft.com/office/drawing/2014/main" id="{776D6347-147D-41A2-9466-B4762F2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利用者教育</a:t>
            </a:r>
          </a:p>
        </p:txBody>
      </p:sp>
      <p:sp>
        <p:nvSpPr>
          <p:cNvPr id="25" name="progress-track-36024__s037o025">
            <a:extLst xmlns:a="http://schemas.openxmlformats.org/drawingml/2006/main">
              <a:ext uri="{FF2B5EF4-FFF2-40B4-BE49-F238E27FC236}">
                <a16:creationId xmlns:a16="http://schemas.microsoft.com/office/drawing/2014/main" id="{AE2F3CC7-E2D4-423E-AD69-766A813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481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gress-value-36025__s037o026">
            <a:extLst xmlns:a="http://schemas.openxmlformats.org/drawingml/2006/main">
              <a:ext uri="{FF2B5EF4-FFF2-40B4-BE49-F238E27FC236}">
                <a16:creationId xmlns:a16="http://schemas.microsoft.com/office/drawing/2014/main" id="{AF9E10B0-CB27-4751-AC60-8EB4F79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48125"/>
            <a:ext cx="39776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gress-percent-36026__s037o027">
            <a:extLst xmlns:a="http://schemas.openxmlformats.org/drawingml/2006/main">
              <a:ext uri="{FF2B5EF4-FFF2-40B4-BE49-F238E27FC236}">
                <a16:creationId xmlns:a16="http://schemas.microsoft.com/office/drawing/2014/main" id="{3558088D-9002-42B7-851D-8C0DA1C9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624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425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58%</a:t>
            </a:r>
          </a:p>
        </p:txBody>
      </p:sp>
      <p:sp>
        <p:nvSpPr>
          <p:cNvPr id="28" name="progress-status-36027__s037o028">
            <a:extLst xmlns:a="http://schemas.openxmlformats.org/drawingml/2006/main">
              <a:ext uri="{FF2B5EF4-FFF2-40B4-BE49-F238E27FC236}">
                <a16:creationId xmlns:a16="http://schemas.microsoft.com/office/drawing/2014/main" id="{3F296174-E058-4259-842D-979D2A6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6240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遅延</a:t>
            </a:r>
          </a:p>
        </p:txBody>
      </p:sp>
      <p:sp>
        <p:nvSpPr>
          <p:cNvPr id="29" name="progress-label-36028__s037o029">
            <a:extLst xmlns:a="http://schemas.openxmlformats.org/drawingml/2006/main">
              <a:ext uri="{FF2B5EF4-FFF2-40B4-BE49-F238E27FC236}">
                <a16:creationId xmlns:a16="http://schemas.microsoft.com/office/drawing/2014/main" id="{0803658F-CDB0-4564-911F-7067FD2A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監査確認</a:t>
            </a:r>
          </a:p>
        </p:txBody>
      </p:sp>
      <p:sp>
        <p:nvSpPr>
          <p:cNvPr id="30" name="progress-track-36029__s037o030">
            <a:extLst xmlns:a="http://schemas.openxmlformats.org/drawingml/2006/main">
              <a:ext uri="{FF2B5EF4-FFF2-40B4-BE49-F238E27FC236}">
                <a16:creationId xmlns:a16="http://schemas.microsoft.com/office/drawing/2014/main" id="{6333A3C2-ABAF-4E26-BD9B-5E369466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rogress-value-36030__s037o031">
            <a:extLst xmlns:a="http://schemas.openxmlformats.org/drawingml/2006/main">
              <a:ext uri="{FF2B5EF4-FFF2-40B4-BE49-F238E27FC236}">
                <a16:creationId xmlns:a16="http://schemas.microsoft.com/office/drawing/2014/main" id="{84DEFDB9-1892-4314-AC91-A3276D7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52120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gress-percent-36031__s037o032">
            <a:extLst xmlns:a="http://schemas.openxmlformats.org/drawingml/2006/main">
              <a:ext uri="{FF2B5EF4-FFF2-40B4-BE49-F238E27FC236}">
                <a16:creationId xmlns:a16="http://schemas.microsoft.com/office/drawing/2014/main" id="{50F141F6-1AF4-499D-AA53-57594CFA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43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425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76%</a:t>
            </a:r>
          </a:p>
        </p:txBody>
      </p:sp>
      <p:sp>
        <p:nvSpPr>
          <p:cNvPr id="33" name="progress-status-36032__s037o033">
            <a:extLst xmlns:a="http://schemas.openxmlformats.org/drawingml/2006/main">
              <a:ext uri="{FF2B5EF4-FFF2-40B4-BE49-F238E27FC236}">
                <a16:creationId xmlns:a16="http://schemas.microsoft.com/office/drawing/2014/main" id="{91B733B6-5CCB-4A12-A119-6CAF002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4345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20114690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8o001"/>
        <p:cNvGrpSpPr/>
        <p:nvPr/>
      </p:nvGrpSpPr>
      <p:grpSpPr>
        <a:xfrm xmlns:a="http://schemas.openxmlformats.org/drawingml/2006/main"/>
      </p:grpSpPr>
      <p:sp>
        <p:nvSpPr>
          <p:cNvPr id="2" name="label-37001__s038o002">
            <a:extLst xmlns:a="http://schemas.openxmlformats.org/drawingml/2006/main">
              <a:ext uri="{FF2B5EF4-FFF2-40B4-BE49-F238E27FC236}">
                <a16:creationId xmlns:a16="http://schemas.microsoft.com/office/drawing/2014/main" id="{C850BFD5-36E6-4137-8BCA-AC76059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7002__s038o003">
            <a:extLst xmlns:a="http://schemas.openxmlformats.org/drawingml/2006/main">
              <a:ext uri="{FF2B5EF4-FFF2-40B4-BE49-F238E27FC236}">
                <a16:creationId xmlns:a16="http://schemas.microsoft.com/office/drawing/2014/main" id="{80A5D1D5-4EA2-4222-9399-D3510732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寄与度分析</a:t>
            </a:r>
          </a:p>
        </p:txBody>
      </p:sp>
      <p:sp>
        <p:nvSpPr>
          <p:cNvPr id="4" name="title-37003__s038o004">
            <a:extLst xmlns:a="http://schemas.openxmlformats.org/drawingml/2006/main">
              <a:ext uri="{FF2B5EF4-FFF2-40B4-BE49-F238E27FC236}">
                <a16:creationId xmlns:a16="http://schemas.microsoft.com/office/drawing/2014/main" id="{4C23B20D-C934-4B5A-BADC-11168F2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上位三要因が問い合わせ時間の81%を占める</a:t>
            </a:r>
          </a:p>
        </p:txBody>
      </p:sp>
      <p:sp>
        <p:nvSpPr>
          <p:cNvPr id="5" name="rule-37004__s038o005">
            <a:extLst xmlns:a="http://schemas.openxmlformats.org/drawingml/2006/main">
              <a:ext uri="{FF2B5EF4-FFF2-40B4-BE49-F238E27FC236}">
                <a16:creationId xmlns:a16="http://schemas.microsoft.com/office/drawing/2014/main" id="{C025EA4A-9915-41E2-A021-2C89490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7005__s038o006">
            <a:extLst xmlns:a="http://schemas.openxmlformats.org/drawingml/2006/main">
              <a:ext uri="{FF2B5EF4-FFF2-40B4-BE49-F238E27FC236}">
                <a16:creationId xmlns:a16="http://schemas.microsoft.com/office/drawing/2014/main" id="{7E3A6C33-D5BA-4699-A3A6-D9361FC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7006__s038o007">
            <a:extLst xmlns:a="http://schemas.openxmlformats.org/drawingml/2006/main">
              <a:ext uri="{FF2B5EF4-FFF2-40B4-BE49-F238E27FC236}">
                <a16:creationId xmlns:a16="http://schemas.microsoft.com/office/drawing/2014/main" id="{39F18DAE-8EAD-4873-9AF1-1A27D9D3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pareto  |  data  |  架空データ</a:t>
            </a:r>
          </a:p>
        </p:txBody>
      </p:sp>
      <p:sp>
        <p:nvSpPr>
          <p:cNvPr id="8" name="page-number-37007__s038o008">
            <a:extLst xmlns:a="http://schemas.openxmlformats.org/drawingml/2006/main">
              <a:ext uri="{FF2B5EF4-FFF2-40B4-BE49-F238E27FC236}">
                <a16:creationId xmlns:a16="http://schemas.microsoft.com/office/drawing/2014/main" id="{431F3759-B2BA-4AD2-91E8-C7C1F89F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graphicFrame>
        <p:nvGraphicFramePr>
          <p:cNvPr id="9" name="Chart__s038o009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78105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2067b072e047b5"/>
          </a:graphicData>
        </a:graphic>
      </p:graphicFrame>
      <p:sp>
        <p:nvSpPr>
          <p:cNvPr id="10" name="rule-37008__s038o010">
            <a:extLst xmlns:a="http://schemas.openxmlformats.org/drawingml/2006/main">
              <a:ext uri="{FF2B5EF4-FFF2-40B4-BE49-F238E27FC236}">
                <a16:creationId xmlns:a16="http://schemas.microsoft.com/office/drawing/2014/main" id="{F66F032C-00DC-4060-8CA2-3907BD9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heading-37009__s038o011">
            <a:extLst xmlns:a="http://schemas.openxmlformats.org/drawingml/2006/main">
              <a:ext uri="{FF2B5EF4-FFF2-40B4-BE49-F238E27FC236}">
                <a16:creationId xmlns:a16="http://schemas.microsoft.com/office/drawing/2014/main" id="{4388EEE9-7759-405D-B813-16C5A93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重点対象</a:t>
            </a:r>
          </a:p>
        </p:txBody>
      </p:sp>
      <p:sp>
        <p:nvSpPr>
          <p:cNvPr id="12" name="pareto-number-37010__s038o012">
            <a:extLst xmlns:a="http://schemas.openxmlformats.org/drawingml/2006/main">
              <a:ext uri="{FF2B5EF4-FFF2-40B4-BE49-F238E27FC236}">
                <a16:creationId xmlns:a16="http://schemas.microsoft.com/office/drawing/2014/main" id="{50052C85-DF6C-4492-BEEC-FBC084F9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350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81%</a:t>
            </a:r>
          </a:p>
        </p:txBody>
      </p:sp>
      <p:sp>
        <p:nvSpPr>
          <p:cNvPr id="13" name="pareto-note-37011__s038o013">
            <a:extLst xmlns:a="http://schemas.openxmlformats.org/drawingml/2006/main">
              <a:ext uri="{FF2B5EF4-FFF2-40B4-BE49-F238E27FC236}">
                <a16:creationId xmlns:a16="http://schemas.microsoft.com/office/drawing/2014/main" id="{4831D6A0-DAF8-44A7-A383-E3E990F0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上位三要因の累積比率</a:t>
            </a:r>
          </a:p>
        </p:txBody>
      </p:sp>
      <p:sp>
        <p:nvSpPr>
          <p:cNvPr id="14" name="bullet-37012__s038o014">
            <a:extLst xmlns:a="http://schemas.openxmlformats.org/drawingml/2006/main">
              <a:ext uri="{FF2B5EF4-FFF2-40B4-BE49-F238E27FC236}">
                <a16:creationId xmlns:a16="http://schemas.microsoft.com/office/drawing/2014/main" id="{499C94F6-CBF3-4077-8344-0CD8397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37013__s038o015">
            <a:extLst xmlns:a="http://schemas.openxmlformats.org/drawingml/2006/main">
              <a:ext uri="{FF2B5EF4-FFF2-40B4-BE49-F238E27FC236}">
                <a16:creationId xmlns:a16="http://schemas.microsoft.com/office/drawing/2014/main" id="{56FD880A-4238-4D88-A48D-4B353962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受付不備</a:t>
            </a:r>
          </a:p>
        </p:txBody>
      </p:sp>
      <p:sp>
        <p:nvSpPr>
          <p:cNvPr id="16" name="bullet-37014__s038o016">
            <a:extLst xmlns:a="http://schemas.openxmlformats.org/drawingml/2006/main">
              <a:ext uri="{FF2B5EF4-FFF2-40B4-BE49-F238E27FC236}">
                <a16:creationId xmlns:a16="http://schemas.microsoft.com/office/drawing/2014/main" id="{CFCF6E55-52F0-4764-BB4C-74885F8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37015__s038o017">
            <a:extLst xmlns:a="http://schemas.openxmlformats.org/drawingml/2006/main">
              <a:ext uri="{FF2B5EF4-FFF2-40B4-BE49-F238E27FC236}">
                <a16:creationId xmlns:a16="http://schemas.microsoft.com/office/drawing/2014/main" id="{ACF538D8-69E3-4BC9-A9A9-258389F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38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担当不明</a:t>
            </a:r>
          </a:p>
        </p:txBody>
      </p:sp>
      <p:sp>
        <p:nvSpPr>
          <p:cNvPr id="18" name="bullet-37016__s038o018">
            <a:extLst xmlns:a="http://schemas.openxmlformats.org/drawingml/2006/main">
              <a:ext uri="{FF2B5EF4-FFF2-40B4-BE49-F238E27FC236}">
                <a16:creationId xmlns:a16="http://schemas.microsoft.com/office/drawing/2014/main" id="{1CAA4B65-BB52-4C45-9234-6F0242D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37017__s038o019">
            <a:extLst xmlns:a="http://schemas.openxmlformats.org/drawingml/2006/main">
              <a:ext uri="{FF2B5EF4-FFF2-40B4-BE49-F238E27FC236}">
                <a16:creationId xmlns:a16="http://schemas.microsoft.com/office/drawing/2014/main" id="{C1EAB409-641D-46EC-9001-442E547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81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根拠不足</a:t>
            </a:r>
          </a:p>
        </p:txBody>
      </p:sp>
    </p:spTree>
    <p:extLst>
      <p:ext uri="{BB962C8B-B14F-4D97-AF65-F5344CB8AC3E}">
        <p14:creationId xmlns:p14="http://schemas.microsoft.com/office/powerpoint/2010/main" val="3085849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39o001"/>
        <p:cNvGrpSpPr/>
        <p:nvPr/>
      </p:nvGrpSpPr>
      <p:grpSpPr>
        <a:xfrm xmlns:a="http://schemas.openxmlformats.org/drawingml/2006/main"/>
      </p:grpSpPr>
      <p:sp>
        <p:nvSpPr>
          <p:cNvPr id="2" name="label-38001__s039o002">
            <a:extLst xmlns:a="http://schemas.openxmlformats.org/drawingml/2006/main">
              <a:ext uri="{FF2B5EF4-FFF2-40B4-BE49-F238E27FC236}">
                <a16:creationId xmlns:a16="http://schemas.microsoft.com/office/drawing/2014/main" id="{3B31A9D4-F9AA-477A-B73B-D678F35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8002__s039o003">
            <a:extLst xmlns:a="http://schemas.openxmlformats.org/drawingml/2006/main">
              <a:ext uri="{FF2B5EF4-FFF2-40B4-BE49-F238E27FC236}">
                <a16:creationId xmlns:a16="http://schemas.microsoft.com/office/drawing/2014/main" id="{27367EE5-1E59-4FEB-82FD-BBF2E09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2×2分類</a:t>
            </a:r>
          </a:p>
        </p:txBody>
      </p:sp>
      <p:sp>
        <p:nvSpPr>
          <p:cNvPr id="4" name="title-38003__s039o004">
            <a:extLst xmlns:a="http://schemas.openxmlformats.org/drawingml/2006/main">
              <a:ext uri="{FF2B5EF4-FFF2-40B4-BE49-F238E27FC236}">
                <a16:creationId xmlns:a16="http://schemas.microsoft.com/office/drawing/2014/main" id="{C3B46F93-ACB6-4EE4-AE46-2D445004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効果が高く実行しやすい施策から着手する</a:t>
            </a:r>
          </a:p>
        </p:txBody>
      </p:sp>
      <p:sp>
        <p:nvSpPr>
          <p:cNvPr id="5" name="rule-38004__s039o005">
            <a:extLst xmlns:a="http://schemas.openxmlformats.org/drawingml/2006/main">
              <a:ext uri="{FF2B5EF4-FFF2-40B4-BE49-F238E27FC236}">
                <a16:creationId xmlns:a16="http://schemas.microsoft.com/office/drawing/2014/main" id="{D0C6658E-AE2B-4A1D-98B4-E4FE80D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8005__s039o006">
            <a:extLst xmlns:a="http://schemas.openxmlformats.org/drawingml/2006/main">
              <a:ext uri="{FF2B5EF4-FFF2-40B4-BE49-F238E27FC236}">
                <a16:creationId xmlns:a16="http://schemas.microsoft.com/office/drawing/2014/main" id="{1BFC5E17-EC03-4A29-81F0-D73588C9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8006__s039o007">
            <a:extLst xmlns:a="http://schemas.openxmlformats.org/drawingml/2006/main">
              <a:ext uri="{FF2B5EF4-FFF2-40B4-BE49-F238E27FC236}">
                <a16:creationId xmlns:a16="http://schemas.microsoft.com/office/drawing/2014/main" id="{EF2CE06F-3CF6-4073-900D-02CE219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matrix-2x2  |  data  |  架空データ</a:t>
            </a:r>
          </a:p>
        </p:txBody>
      </p:sp>
      <p:sp>
        <p:nvSpPr>
          <p:cNvPr id="8" name="page-number-38007__s039o008">
            <a:extLst xmlns:a="http://schemas.openxmlformats.org/drawingml/2006/main">
              <a:ext uri="{FF2B5EF4-FFF2-40B4-BE49-F238E27FC236}">
                <a16:creationId xmlns:a16="http://schemas.microsoft.com/office/drawing/2014/main" id="{FC00F5BA-7B8D-45E0-BDAA-B1168F67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9" name="matrix-frame-38008__s039o009">
            <a:extLst xmlns:a="http://schemas.openxmlformats.org/drawingml/2006/main">
              <a:ext uri="{FF2B5EF4-FFF2-40B4-BE49-F238E27FC236}">
                <a16:creationId xmlns:a16="http://schemas.microsoft.com/office/drawing/2014/main" id="{036950EF-B7FB-4B7B-A4E5-C1E207A7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matrix-focus-38009__s039o010">
            <a:extLst xmlns:a="http://schemas.openxmlformats.org/drawingml/2006/main">
              <a:ext uri="{FF2B5EF4-FFF2-40B4-BE49-F238E27FC236}">
                <a16:creationId xmlns:a16="http://schemas.microsoft.com/office/drawing/2014/main" id="{D7AB6913-D31C-41B4-B62A-4AADB42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0020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38010__s039o011">
            <a:extLst xmlns:a="http://schemas.openxmlformats.org/drawingml/2006/main">
              <a:ext uri="{FF2B5EF4-FFF2-40B4-BE49-F238E27FC236}">
                <a16:creationId xmlns:a16="http://schemas.microsoft.com/office/drawing/2014/main" id="{F5750BE3-E00A-4583-99C6-53CD0EAD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002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38011__s039o012">
            <a:extLst xmlns:a="http://schemas.openxmlformats.org/drawingml/2006/main">
              <a:ext uri="{FF2B5EF4-FFF2-40B4-BE49-F238E27FC236}">
                <a16:creationId xmlns:a16="http://schemas.microsoft.com/office/drawing/2014/main" id="{C5505DE2-18F6-467D-8F0D-AF76E91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xis-low-38012__s039o013">
            <a:extLst xmlns:a="http://schemas.openxmlformats.org/drawingml/2006/main">
              <a:ext uri="{FF2B5EF4-FFF2-40B4-BE49-F238E27FC236}">
                <a16:creationId xmlns:a16="http://schemas.microsoft.com/office/drawing/2014/main" id="{D0D222CF-5BA5-45AB-AB7A-14F39E2F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14" name="axis-high-38013__s039o014">
            <a:extLst xmlns:a="http://schemas.openxmlformats.org/drawingml/2006/main">
              <a:ext uri="{FF2B5EF4-FFF2-40B4-BE49-F238E27FC236}">
                <a16:creationId xmlns:a16="http://schemas.microsoft.com/office/drawing/2014/main" id="{50D0E9B8-D0DD-4D3A-9D09-50E75DF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15" name="axis-low-38014__s039o015">
            <a:extLst xmlns:a="http://schemas.openxmlformats.org/drawingml/2006/main">
              <a:ext uri="{FF2B5EF4-FFF2-40B4-BE49-F238E27FC236}">
                <a16:creationId xmlns:a16="http://schemas.microsoft.com/office/drawing/2014/main" id="{E983E20F-2ADA-423F-B9FC-D744EDF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16" name="axis-high-38015__s039o016">
            <a:extLst xmlns:a="http://schemas.openxmlformats.org/drawingml/2006/main">
              <a:ext uri="{FF2B5EF4-FFF2-40B4-BE49-F238E27FC236}">
                <a16:creationId xmlns:a16="http://schemas.microsoft.com/office/drawing/2014/main" id="{2D064F2F-D37C-430D-A45A-846CAD91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72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17" name="matrix-dot-38016__s039o017">
            <a:extLst xmlns:a="http://schemas.openxmlformats.org/drawingml/2006/main">
              <a:ext uri="{FF2B5EF4-FFF2-40B4-BE49-F238E27FC236}">
                <a16:creationId xmlns:a16="http://schemas.microsoft.com/office/drawing/2014/main" id="{1AD0431C-742B-4614-ABFE-9E8DFD8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24250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rix-label-38017__s039o018">
            <a:extLst xmlns:a="http://schemas.openxmlformats.org/drawingml/2006/main">
              <a:ext uri="{FF2B5EF4-FFF2-40B4-BE49-F238E27FC236}">
                <a16:creationId xmlns:a16="http://schemas.microsoft.com/office/drawing/2014/main" id="{D681FFF2-9A14-48D2-A6E4-4B9C783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840" y="239649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入力標準化</a:t>
            </a:r>
          </a:p>
        </p:txBody>
      </p:sp>
      <p:sp>
        <p:nvSpPr>
          <p:cNvPr id="19" name="matrix-dot-38018__s039o019">
            <a:extLst xmlns:a="http://schemas.openxmlformats.org/drawingml/2006/main">
              <a:ext uri="{FF2B5EF4-FFF2-40B4-BE49-F238E27FC236}">
                <a16:creationId xmlns:a16="http://schemas.microsoft.com/office/drawing/2014/main" id="{98C0AB8F-6C42-4CF6-A3DC-C15C459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915" y="303942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trix-label-38019__s039o020">
            <a:extLst xmlns:a="http://schemas.openxmlformats.org/drawingml/2006/main">
              <a:ext uri="{FF2B5EF4-FFF2-40B4-BE49-F238E27FC236}">
                <a16:creationId xmlns:a16="http://schemas.microsoft.com/office/drawing/2014/main" id="{6B95A127-331D-455B-B12D-1DB83C82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15" y="3010853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自動振分け</a:t>
            </a:r>
          </a:p>
        </p:txBody>
      </p:sp>
      <p:sp>
        <p:nvSpPr>
          <p:cNvPr id="21" name="matrix-dot-38020__s039o021">
            <a:extLst xmlns:a="http://schemas.openxmlformats.org/drawingml/2006/main">
              <a:ext uri="{FF2B5EF4-FFF2-40B4-BE49-F238E27FC236}">
                <a16:creationId xmlns:a16="http://schemas.microsoft.com/office/drawing/2014/main" id="{7C940540-BEA4-4117-AE93-FAB455C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8346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trix-label-38021__s039o022">
            <a:extLst xmlns:a="http://schemas.openxmlformats.org/drawingml/2006/main">
              <a:ext uri="{FF2B5EF4-FFF2-40B4-BE49-F238E27FC236}">
                <a16:creationId xmlns:a16="http://schemas.microsoft.com/office/drawing/2014/main" id="{85E77F1B-EA7B-4C25-A803-F49D60F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70" y="280606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全文検索</a:t>
            </a:r>
          </a:p>
        </p:txBody>
      </p:sp>
      <p:sp>
        <p:nvSpPr>
          <p:cNvPr id="23" name="matrix-dot-38022__s039o023">
            <a:extLst xmlns:a="http://schemas.openxmlformats.org/drawingml/2006/main">
              <a:ext uri="{FF2B5EF4-FFF2-40B4-BE49-F238E27FC236}">
                <a16:creationId xmlns:a16="http://schemas.microsoft.com/office/drawing/2014/main" id="{E9B0DCE8-AE0F-463F-866F-9FF4423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422719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trix-label-38023__s039o024">
            <a:extLst xmlns:a="http://schemas.openxmlformats.org/drawingml/2006/main">
              <a:ext uri="{FF2B5EF4-FFF2-40B4-BE49-F238E27FC236}">
                <a16:creationId xmlns:a16="http://schemas.microsoft.com/office/drawing/2014/main" id="{349F06D1-40E5-45CD-8934-815A082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419862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画面刷新</a:t>
            </a:r>
          </a:p>
        </p:txBody>
      </p:sp>
      <p:sp>
        <p:nvSpPr>
          <p:cNvPr id="25" name="matrix-dot-38024__s039o025">
            <a:extLst xmlns:a="http://schemas.openxmlformats.org/drawingml/2006/main">
              <a:ext uri="{FF2B5EF4-FFF2-40B4-BE49-F238E27FC236}">
                <a16:creationId xmlns:a16="http://schemas.microsoft.com/office/drawing/2014/main" id="{81BADA2B-E229-4663-9784-7E1160AA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44729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atrix-label-38025__s039o026">
            <a:extLst xmlns:a="http://schemas.openxmlformats.org/drawingml/2006/main">
              <a:ext uri="{FF2B5EF4-FFF2-40B4-BE49-F238E27FC236}">
                <a16:creationId xmlns:a16="http://schemas.microsoft.com/office/drawing/2014/main" id="{4CCBAC3B-A8AD-47CC-A3E5-607DB3C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" y="444436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帳票統合</a:t>
            </a:r>
          </a:p>
        </p:txBody>
      </p:sp>
      <p:sp>
        <p:nvSpPr>
          <p:cNvPr id="27" name="section-heading-38026__s039o027">
            <a:extLst xmlns:a="http://schemas.openxmlformats.org/drawingml/2006/main">
              <a:ext uri="{FF2B5EF4-FFF2-40B4-BE49-F238E27FC236}">
                <a16:creationId xmlns:a16="http://schemas.microsoft.com/office/drawing/2014/main" id="{2FCD73C6-1DF8-49D7-8BEF-D88862C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優先順位</a:t>
            </a:r>
          </a:p>
        </p:txBody>
      </p:sp>
      <p:sp>
        <p:nvSpPr>
          <p:cNvPr id="28" name="matrix-priority-38027__s039o028">
            <a:extLst xmlns:a="http://schemas.openxmlformats.org/drawingml/2006/main">
              <a:ext uri="{FF2B5EF4-FFF2-40B4-BE49-F238E27FC236}">
                <a16:creationId xmlns:a16="http://schemas.microsoft.com/office/drawing/2014/main" id="{4EA81E52-7F64-4CA1-8A10-1614BF60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1. 入力標準化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2. 自動振分け</a:t>
            </a:r>
          </a:p>
        </p:txBody>
      </p:sp>
      <p:sp>
        <p:nvSpPr>
          <p:cNvPr id="29" name="matrix-explanation-38028__s039o029">
            <a:extLst xmlns:a="http://schemas.openxmlformats.org/drawingml/2006/main">
              <a:ext uri="{FF2B5EF4-FFF2-40B4-BE49-F238E27FC236}">
                <a16:creationId xmlns:a16="http://schemas.microsoft.com/office/drawing/2014/main" id="{B3E67655-BAA6-4335-AB97-DAD719DD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効果と実行容易性を同じ尺度で評価し、右上の施策から着手する。</a:t>
            </a:r>
          </a:p>
        </p:txBody>
      </p:sp>
    </p:spTree>
    <p:extLst>
      <p:ext uri="{BB962C8B-B14F-4D97-AF65-F5344CB8AC3E}">
        <p14:creationId xmlns:p14="http://schemas.microsoft.com/office/powerpoint/2010/main" val="17710192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0o001"/>
        <p:cNvGrpSpPr/>
        <p:nvPr/>
      </p:nvGrpSpPr>
      <p:grpSpPr>
        <a:xfrm xmlns:a="http://schemas.openxmlformats.org/drawingml/2006/main"/>
      </p:grpSpPr>
      <p:sp>
        <p:nvSpPr>
          <p:cNvPr id="2" name="label-39001__s040o002">
            <a:extLst xmlns:a="http://schemas.openxmlformats.org/drawingml/2006/main">
              <a:ext uri="{FF2B5EF4-FFF2-40B4-BE49-F238E27FC236}">
                <a16:creationId xmlns:a16="http://schemas.microsoft.com/office/drawing/2014/main" id="{C8C8DC40-C856-4CE7-9322-C8F81F6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39002__s040o003">
            <a:extLst xmlns:a="http://schemas.openxmlformats.org/drawingml/2006/main">
              <a:ext uri="{FF2B5EF4-FFF2-40B4-BE49-F238E27FC236}">
                <a16:creationId xmlns:a16="http://schemas.microsoft.com/office/drawing/2014/main" id="{1D77319B-10FD-445E-8AF4-BE71FBD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横型プロセス</a:t>
            </a:r>
          </a:p>
        </p:txBody>
      </p:sp>
      <p:sp>
        <p:nvSpPr>
          <p:cNvPr id="4" name="title-39003__s040o004">
            <a:extLst xmlns:a="http://schemas.openxmlformats.org/drawingml/2006/main">
              <a:ext uri="{FF2B5EF4-FFF2-40B4-BE49-F238E27FC236}">
                <a16:creationId xmlns:a16="http://schemas.microsoft.com/office/drawing/2014/main" id="{ECBC284F-2021-48C7-BE47-B0FDBF9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五つの判断点を一方向のプロセスで管理する</a:t>
            </a:r>
          </a:p>
        </p:txBody>
      </p:sp>
      <p:sp>
        <p:nvSpPr>
          <p:cNvPr id="5" name="rule-39004__s040o005">
            <a:extLst xmlns:a="http://schemas.openxmlformats.org/drawingml/2006/main">
              <a:ext uri="{FF2B5EF4-FFF2-40B4-BE49-F238E27FC236}">
                <a16:creationId xmlns:a16="http://schemas.microsoft.com/office/drawing/2014/main" id="{F2857E32-0F9C-4924-B268-38CF526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39005__s040o006">
            <a:extLst xmlns:a="http://schemas.openxmlformats.org/drawingml/2006/main">
              <a:ext uri="{FF2B5EF4-FFF2-40B4-BE49-F238E27FC236}">
                <a16:creationId xmlns:a16="http://schemas.microsoft.com/office/drawing/2014/main" id="{D748BF06-EC7F-401B-A507-A0C9203C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39006__s040o007">
            <a:extLst xmlns:a="http://schemas.openxmlformats.org/drawingml/2006/main">
              <a:ext uri="{FF2B5EF4-FFF2-40B4-BE49-F238E27FC236}">
                <a16:creationId xmlns:a16="http://schemas.microsoft.com/office/drawing/2014/main" id="{18668812-3973-4EAA-9C94-49FEDB7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process  |  process  |  架空データ</a:t>
            </a:r>
          </a:p>
        </p:txBody>
      </p:sp>
      <p:sp>
        <p:nvSpPr>
          <p:cNvPr id="8" name="page-number-39007__s040o008">
            <a:extLst xmlns:a="http://schemas.openxmlformats.org/drawingml/2006/main">
              <a:ext uri="{FF2B5EF4-FFF2-40B4-BE49-F238E27FC236}">
                <a16:creationId xmlns:a16="http://schemas.microsoft.com/office/drawing/2014/main" id="{1CC65BC9-B384-443E-8EA3-89DDA5BD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9" name="rule-39008__s040o009">
            <a:extLst xmlns:a="http://schemas.openxmlformats.org/drawingml/2006/main">
              <a:ext uri="{FF2B5EF4-FFF2-40B4-BE49-F238E27FC236}">
                <a16:creationId xmlns:a16="http://schemas.microsoft.com/office/drawing/2014/main" id="{C8EAF7F4-E7E9-4AC6-89FA-ECA74DB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-step-39009__s040o010">
            <a:extLst xmlns:a="http://schemas.openxmlformats.org/drawingml/2006/main">
              <a:ext uri="{FF2B5EF4-FFF2-40B4-BE49-F238E27FC236}">
                <a16:creationId xmlns:a16="http://schemas.microsoft.com/office/drawing/2014/main" id="{1DF1B5E5-D8D7-4520-B99F-071AF5FE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1" name="label-39010__s040o011">
            <a:extLst xmlns:a="http://schemas.openxmlformats.org/drawingml/2006/main">
              <a:ext uri="{FF2B5EF4-FFF2-40B4-BE49-F238E27FC236}">
                <a16:creationId xmlns:a16="http://schemas.microsoft.com/office/drawing/2014/main" id="{27F78AA8-3087-49E7-8825-7FA9B9EA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process-title-39011__s040o012">
            <a:extLst xmlns:a="http://schemas.openxmlformats.org/drawingml/2006/main">
              <a:ext uri="{FF2B5EF4-FFF2-40B4-BE49-F238E27FC236}">
                <a16:creationId xmlns:a16="http://schemas.microsoft.com/office/drawing/2014/main" id="{7FB4A77F-AAFD-4DA7-B66B-944A0BE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受付</a:t>
            </a:r>
          </a:p>
        </p:txBody>
      </p:sp>
      <p:sp>
        <p:nvSpPr>
          <p:cNvPr id="13" name="process-body-39012__s040o013">
            <a:extLst xmlns:a="http://schemas.openxmlformats.org/drawingml/2006/main">
              <a:ext uri="{FF2B5EF4-FFF2-40B4-BE49-F238E27FC236}">
                <a16:creationId xmlns:a16="http://schemas.microsoft.com/office/drawing/2014/main" id="{7417A28C-8C97-4226-89DD-345670D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申請内容を登録</a:t>
            </a:r>
          </a:p>
        </p:txBody>
      </p:sp>
      <p:sp>
        <p:nvSpPr>
          <p:cNvPr id="14" name="rule-39013__s040o014">
            <a:extLst xmlns:a="http://schemas.openxmlformats.org/drawingml/2006/main">
              <a:ext uri="{FF2B5EF4-FFF2-40B4-BE49-F238E27FC236}">
                <a16:creationId xmlns:a16="http://schemas.microsoft.com/office/drawing/2014/main" id="{7291DD69-BE8C-4401-83CB-0E084503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cess-step-39014__s040o015">
            <a:extLst xmlns:a="http://schemas.openxmlformats.org/drawingml/2006/main">
              <a:ext uri="{FF2B5EF4-FFF2-40B4-BE49-F238E27FC236}">
                <a16:creationId xmlns:a16="http://schemas.microsoft.com/office/drawing/2014/main" id="{B4D65572-EECC-4BB0-A0E5-2ED45B8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6" name="label-39015__s040o016">
            <a:extLst xmlns:a="http://schemas.openxmlformats.org/drawingml/2006/main">
              <a:ext uri="{FF2B5EF4-FFF2-40B4-BE49-F238E27FC236}">
                <a16:creationId xmlns:a16="http://schemas.microsoft.com/office/drawing/2014/main" id="{B7138131-0147-49F8-905F-96C2C1BC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process-title-39016__s040o017">
            <a:extLst xmlns:a="http://schemas.openxmlformats.org/drawingml/2006/main">
              <a:ext uri="{FF2B5EF4-FFF2-40B4-BE49-F238E27FC236}">
                <a16:creationId xmlns:a16="http://schemas.microsoft.com/office/drawing/2014/main" id="{A3EA867F-A8A6-429C-A6A4-4EFE39CE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分類</a:t>
            </a:r>
          </a:p>
        </p:txBody>
      </p:sp>
      <p:sp>
        <p:nvSpPr>
          <p:cNvPr id="18" name="process-body-39017__s040o018">
            <a:extLst xmlns:a="http://schemas.openxmlformats.org/drawingml/2006/main">
              <a:ext uri="{FF2B5EF4-FFF2-40B4-BE49-F238E27FC236}">
                <a16:creationId xmlns:a16="http://schemas.microsoft.com/office/drawing/2014/main" id="{078C0C15-5576-4700-9FD4-9A765BB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条件で対象を判定</a:t>
            </a:r>
          </a:p>
        </p:txBody>
      </p:sp>
      <p:sp>
        <p:nvSpPr>
          <p:cNvPr id="19" name="rule-39018__s040o019">
            <a:extLst xmlns:a="http://schemas.openxmlformats.org/drawingml/2006/main">
              <a:ext uri="{FF2B5EF4-FFF2-40B4-BE49-F238E27FC236}">
                <a16:creationId xmlns:a16="http://schemas.microsoft.com/office/drawing/2014/main" id="{2AA00813-2171-4616-9C02-C5297A86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cess-step-39019__s040o020">
            <a:extLst xmlns:a="http://schemas.openxmlformats.org/drawingml/2006/main">
              <a:ext uri="{FF2B5EF4-FFF2-40B4-BE49-F238E27FC236}">
                <a16:creationId xmlns:a16="http://schemas.microsoft.com/office/drawing/2014/main" id="{EF3AA49E-0FDF-4650-AAD7-7AFF34AC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1" name="label-39020__s040o021">
            <a:extLst xmlns:a="http://schemas.openxmlformats.org/drawingml/2006/main">
              <a:ext uri="{FF2B5EF4-FFF2-40B4-BE49-F238E27FC236}">
                <a16:creationId xmlns:a16="http://schemas.microsoft.com/office/drawing/2014/main" id="{C21E7183-30B2-4722-84CD-435C3B0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2" name="process-title-39021__s040o022">
            <a:extLst xmlns:a="http://schemas.openxmlformats.org/drawingml/2006/main">
              <a:ext uri="{FF2B5EF4-FFF2-40B4-BE49-F238E27FC236}">
                <a16:creationId xmlns:a16="http://schemas.microsoft.com/office/drawing/2014/main" id="{92AFC663-FCE4-4AC9-B3D8-7A8C787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52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3" name="process-body-39022__s040o023">
            <a:extLst xmlns:a="http://schemas.openxmlformats.org/drawingml/2006/main">
              <a:ext uri="{FF2B5EF4-FFF2-40B4-BE49-F238E27FC236}">
                <a16:creationId xmlns:a16="http://schemas.microsoft.com/office/drawing/2014/main" id="{8F0600CC-0A4B-445B-B099-7AD0020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不足情報を補完</a:t>
            </a:r>
          </a:p>
        </p:txBody>
      </p:sp>
      <p:sp>
        <p:nvSpPr>
          <p:cNvPr id="24" name="rule-39023__s040o024">
            <a:extLst xmlns:a="http://schemas.openxmlformats.org/drawingml/2006/main">
              <a:ext uri="{FF2B5EF4-FFF2-40B4-BE49-F238E27FC236}">
                <a16:creationId xmlns:a16="http://schemas.microsoft.com/office/drawing/2014/main" id="{F4592A16-F841-4033-A229-977BC1A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cess-step-39024__s040o025">
            <a:extLst xmlns:a="http://schemas.openxmlformats.org/drawingml/2006/main">
              <a:ext uri="{FF2B5EF4-FFF2-40B4-BE49-F238E27FC236}">
                <a16:creationId xmlns:a16="http://schemas.microsoft.com/office/drawing/2014/main" id="{4F522184-8494-4481-9711-C3650D0F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6" name="label-39025__s040o026">
            <a:extLst xmlns:a="http://schemas.openxmlformats.org/drawingml/2006/main">
              <a:ext uri="{FF2B5EF4-FFF2-40B4-BE49-F238E27FC236}">
                <a16:creationId xmlns:a16="http://schemas.microsoft.com/office/drawing/2014/main" id="{2225D24E-007D-4B00-8554-8B40CF3E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7" name="process-title-39026__s040o027">
            <a:extLst xmlns:a="http://schemas.openxmlformats.org/drawingml/2006/main">
              <a:ext uri="{FF2B5EF4-FFF2-40B4-BE49-F238E27FC236}">
                <a16:creationId xmlns:a16="http://schemas.microsoft.com/office/drawing/2014/main" id="{86593EEF-45DF-48E5-A895-2E38F324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28" name="process-body-39027__s040o028">
            <a:extLst xmlns:a="http://schemas.openxmlformats.org/drawingml/2006/main">
              <a:ext uri="{FF2B5EF4-FFF2-40B4-BE49-F238E27FC236}">
                <a16:creationId xmlns:a16="http://schemas.microsoft.com/office/drawing/2014/main" id="{6EC7367B-71B7-4674-8C2E-20CE866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権限者が判断</a:t>
            </a:r>
          </a:p>
        </p:txBody>
      </p:sp>
      <p:sp>
        <p:nvSpPr>
          <p:cNvPr id="29" name="process-step-39028__s040o029">
            <a:extLst xmlns:a="http://schemas.openxmlformats.org/drawingml/2006/main">
              <a:ext uri="{FF2B5EF4-FFF2-40B4-BE49-F238E27FC236}">
                <a16:creationId xmlns:a16="http://schemas.microsoft.com/office/drawing/2014/main" id="{12D21FD9-85EF-4FFD-89FD-C687A1A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0" name="label-39029__s040o030">
            <a:extLst xmlns:a="http://schemas.openxmlformats.org/drawingml/2006/main">
              <a:ext uri="{FF2B5EF4-FFF2-40B4-BE49-F238E27FC236}">
                <a16:creationId xmlns:a16="http://schemas.microsoft.com/office/drawing/2014/main" id="{8F2AE3D6-F749-4A99-A721-20F5A055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1" name="process-title-39030__s040o031">
            <a:extLst xmlns:a="http://schemas.openxmlformats.org/drawingml/2006/main">
              <a:ext uri="{FF2B5EF4-FFF2-40B4-BE49-F238E27FC236}">
                <a16:creationId xmlns:a16="http://schemas.microsoft.com/office/drawing/2014/main" id="{9A1D5DC2-7CE4-4DE9-A0D8-0F59E6E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記録</a:t>
            </a:r>
          </a:p>
        </p:txBody>
      </p:sp>
      <p:sp>
        <p:nvSpPr>
          <p:cNvPr id="32" name="process-body-39031__s040o032">
            <a:extLst xmlns:a="http://schemas.openxmlformats.org/drawingml/2006/main">
              <a:ext uri="{FF2B5EF4-FFF2-40B4-BE49-F238E27FC236}">
                <a16:creationId xmlns:a16="http://schemas.microsoft.com/office/drawing/2014/main" id="{F719D5E0-F9FF-494A-8FEB-A02132E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結果と根拠を保存</a:t>
            </a:r>
          </a:p>
        </p:txBody>
      </p:sp>
      <p:sp>
        <p:nvSpPr>
          <p:cNvPr id="33" name="callout-39032__s040o033">
            <a:extLst xmlns:a="http://schemas.openxmlformats.org/drawingml/2006/main">
              <a:ext uri="{FF2B5EF4-FFF2-40B4-BE49-F238E27FC236}">
                <a16:creationId xmlns:a16="http://schemas.microsoft.com/office/drawing/2014/main" id="{15BC39F6-9E47-46EB-B7F9-9128D3D4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callout-text-39033__s040o034">
            <a:extLst xmlns:a="http://schemas.openxmlformats.org/drawingml/2006/main">
              <a:ext uri="{FF2B5EF4-FFF2-40B4-BE49-F238E27FC236}">
                <a16:creationId xmlns:a16="http://schemas.microsoft.com/office/drawing/2014/main" id="{3143DA1F-4154-49C4-B1AF-461A3086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原則：一つの方向に読み、途中で責任を曖昧にしない</a:t>
            </a:r>
          </a:p>
        </p:txBody>
      </p:sp>
    </p:spTree>
    <p:extLst>
      <p:ext uri="{BB962C8B-B14F-4D97-AF65-F5344CB8AC3E}">
        <p14:creationId xmlns:p14="http://schemas.microsoft.com/office/powerpoint/2010/main" val="10259846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1o001"/>
        <p:cNvGrpSpPr/>
        <p:nvPr/>
      </p:nvGrpSpPr>
      <p:grpSpPr>
        <a:xfrm xmlns:a="http://schemas.openxmlformats.org/drawingml/2006/main"/>
      </p:grpSpPr>
      <p:sp>
        <p:nvSpPr>
          <p:cNvPr id="2" name="label-40001__s041o002">
            <a:extLst xmlns:a="http://schemas.openxmlformats.org/drawingml/2006/main">
              <a:ext uri="{FF2B5EF4-FFF2-40B4-BE49-F238E27FC236}">
                <a16:creationId xmlns:a16="http://schemas.microsoft.com/office/drawing/2014/main" id="{0B8FA30B-40D3-4DD7-B442-AFFC5D6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0002__s041o003">
            <a:extLst xmlns:a="http://schemas.openxmlformats.org/drawingml/2006/main">
              <a:ext uri="{FF2B5EF4-FFF2-40B4-BE49-F238E27FC236}">
                <a16:creationId xmlns:a16="http://schemas.microsoft.com/office/drawing/2014/main" id="{D076D5CC-08A0-44A0-8751-D6A0E38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縦型プロセス</a:t>
            </a:r>
          </a:p>
        </p:txBody>
      </p:sp>
      <p:sp>
        <p:nvSpPr>
          <p:cNvPr id="4" name="title-40003__s041o004">
            <a:extLst xmlns:a="http://schemas.openxmlformats.org/drawingml/2006/main">
              <a:ext uri="{FF2B5EF4-FFF2-40B4-BE49-F238E27FC236}">
                <a16:creationId xmlns:a16="http://schemas.microsoft.com/office/drawing/2014/main" id="{33C3446B-AB59-4A26-93D8-E61A543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五つの判断点を一方向のプロセスで管理する</a:t>
            </a:r>
          </a:p>
        </p:txBody>
      </p:sp>
      <p:sp>
        <p:nvSpPr>
          <p:cNvPr id="5" name="rule-40004__s041o005">
            <a:extLst xmlns:a="http://schemas.openxmlformats.org/drawingml/2006/main">
              <a:ext uri="{FF2B5EF4-FFF2-40B4-BE49-F238E27FC236}">
                <a16:creationId xmlns:a16="http://schemas.microsoft.com/office/drawing/2014/main" id="{2EB96234-69D0-4242-B397-1696644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0005__s041o006">
            <a:extLst xmlns:a="http://schemas.openxmlformats.org/drawingml/2006/main">
              <a:ext uri="{FF2B5EF4-FFF2-40B4-BE49-F238E27FC236}">
                <a16:creationId xmlns:a16="http://schemas.microsoft.com/office/drawing/2014/main" id="{08AD0CC6-DD09-4B65-BBA3-AFFBA31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0006__s041o007">
            <a:extLst xmlns:a="http://schemas.openxmlformats.org/drawingml/2006/main">
              <a:ext uri="{FF2B5EF4-FFF2-40B4-BE49-F238E27FC236}">
                <a16:creationId xmlns:a16="http://schemas.microsoft.com/office/drawing/2014/main" id="{8129ACB4-A3DA-4E7B-B5F8-31FD9A6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process-vertical  |  process  |  架空データ</a:t>
            </a:r>
          </a:p>
        </p:txBody>
      </p:sp>
      <p:sp>
        <p:nvSpPr>
          <p:cNvPr id="8" name="page-number-40007__s041o008">
            <a:extLst xmlns:a="http://schemas.openxmlformats.org/drawingml/2006/main">
              <a:ext uri="{FF2B5EF4-FFF2-40B4-BE49-F238E27FC236}">
                <a16:creationId xmlns:a16="http://schemas.microsoft.com/office/drawing/2014/main" id="{BFCAFA3E-A288-4081-8396-0B4A86F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9" name="rule-40008__s041o009">
            <a:extLst xmlns:a="http://schemas.openxmlformats.org/drawingml/2006/main">
              <a:ext uri="{FF2B5EF4-FFF2-40B4-BE49-F238E27FC236}">
                <a16:creationId xmlns:a16="http://schemas.microsoft.com/office/drawing/2014/main" id="{3CA0B90E-B669-4696-9C9F-4EEC715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40009__s041o010">
            <a:extLst xmlns:a="http://schemas.openxmlformats.org/drawingml/2006/main">
              <a:ext uri="{FF2B5EF4-FFF2-40B4-BE49-F238E27FC236}">
                <a16:creationId xmlns:a16="http://schemas.microsoft.com/office/drawing/2014/main" id="{1FCF503A-3E11-4EEB-B4FF-BA25381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6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text-40010__s041o011">
            <a:extLst xmlns:a="http://schemas.openxmlformats.org/drawingml/2006/main">
              <a:ext uri="{FF2B5EF4-FFF2-40B4-BE49-F238E27FC236}">
                <a16:creationId xmlns:a16="http://schemas.microsoft.com/office/drawing/2014/main" id="{FA4C5FC0-42AF-40F2-ABEA-280C62E9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68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step-title-40011__s041o012">
            <a:extLst xmlns:a="http://schemas.openxmlformats.org/drawingml/2006/main">
              <a:ext uri="{FF2B5EF4-FFF2-40B4-BE49-F238E27FC236}">
                <a16:creationId xmlns:a16="http://schemas.microsoft.com/office/drawing/2014/main" id="{22666A5A-34F7-45FE-A391-526D9EA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668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受付</a:t>
            </a:r>
          </a:p>
        </p:txBody>
      </p:sp>
      <p:sp>
        <p:nvSpPr>
          <p:cNvPr id="13" name="step-body-40012__s041o013">
            <a:extLst xmlns:a="http://schemas.openxmlformats.org/drawingml/2006/main">
              <a:ext uri="{FF2B5EF4-FFF2-40B4-BE49-F238E27FC236}">
                <a16:creationId xmlns:a16="http://schemas.microsoft.com/office/drawing/2014/main" id="{4E03E997-0546-4781-8978-996C41D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66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申請内容を登録</a:t>
            </a:r>
          </a:p>
        </p:txBody>
      </p:sp>
      <p:sp>
        <p:nvSpPr>
          <p:cNvPr id="14" name="rule-40013__s041o014">
            <a:extLst xmlns:a="http://schemas.openxmlformats.org/drawingml/2006/main">
              <a:ext uri="{FF2B5EF4-FFF2-40B4-BE49-F238E27FC236}">
                <a16:creationId xmlns:a16="http://schemas.microsoft.com/office/drawing/2014/main" id="{9D1B4C14-45D5-403D-96BB-B850486A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40014__s041o015">
            <a:extLst xmlns:a="http://schemas.openxmlformats.org/drawingml/2006/main">
              <a:ext uri="{FF2B5EF4-FFF2-40B4-BE49-F238E27FC236}">
                <a16:creationId xmlns:a16="http://schemas.microsoft.com/office/drawing/2014/main" id="{24038788-EF5A-48D5-8469-E2149EA5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ber-text-40015__s041o016">
            <a:extLst xmlns:a="http://schemas.openxmlformats.org/drawingml/2006/main">
              <a:ext uri="{FF2B5EF4-FFF2-40B4-BE49-F238E27FC236}">
                <a16:creationId xmlns:a16="http://schemas.microsoft.com/office/drawing/2014/main" id="{15379329-745F-4870-8A2E-15869EFE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step-title-40016__s041o017">
            <a:extLst xmlns:a="http://schemas.openxmlformats.org/drawingml/2006/main">
              <a:ext uri="{FF2B5EF4-FFF2-40B4-BE49-F238E27FC236}">
                <a16:creationId xmlns:a16="http://schemas.microsoft.com/office/drawing/2014/main" id="{2E663231-9B73-4446-ACC9-3B62979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43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分類</a:t>
            </a:r>
          </a:p>
        </p:txBody>
      </p:sp>
      <p:sp>
        <p:nvSpPr>
          <p:cNvPr id="18" name="step-body-40017__s041o018">
            <a:extLst xmlns:a="http://schemas.openxmlformats.org/drawingml/2006/main">
              <a:ext uri="{FF2B5EF4-FFF2-40B4-BE49-F238E27FC236}">
                <a16:creationId xmlns:a16="http://schemas.microsoft.com/office/drawing/2014/main" id="{8E8380C6-D815-448D-AECD-29FEFFBF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条件で対象を判定</a:t>
            </a:r>
          </a:p>
        </p:txBody>
      </p:sp>
      <p:sp>
        <p:nvSpPr>
          <p:cNvPr id="19" name="rule-40018__s041o019">
            <a:extLst xmlns:a="http://schemas.openxmlformats.org/drawingml/2006/main">
              <a:ext uri="{FF2B5EF4-FFF2-40B4-BE49-F238E27FC236}">
                <a16:creationId xmlns:a16="http://schemas.microsoft.com/office/drawing/2014/main" id="{4E2553F9-659A-4400-8C9C-589C6F3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ber-40019__s041o020">
            <a:extLst xmlns:a="http://schemas.openxmlformats.org/drawingml/2006/main">
              <a:ext uri="{FF2B5EF4-FFF2-40B4-BE49-F238E27FC236}">
                <a16:creationId xmlns:a16="http://schemas.microsoft.com/office/drawing/2014/main" id="{BA89AF2A-F01A-437F-9E74-4AE02AE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text-40020__s041o021">
            <a:extLst xmlns:a="http://schemas.openxmlformats.org/drawingml/2006/main">
              <a:ext uri="{FF2B5EF4-FFF2-40B4-BE49-F238E27FC236}">
                <a16:creationId xmlns:a16="http://schemas.microsoft.com/office/drawing/2014/main" id="{AC7E4179-C042-4D7C-B589-2FF6172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2" name="step-title-40021__s041o022">
            <a:extLst xmlns:a="http://schemas.openxmlformats.org/drawingml/2006/main">
              <a:ext uri="{FF2B5EF4-FFF2-40B4-BE49-F238E27FC236}">
                <a16:creationId xmlns:a16="http://schemas.microsoft.com/office/drawing/2014/main" id="{2AB684B6-7DF3-4E19-BCAB-55605D1E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19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3" name="step-body-40022__s041o023">
            <a:extLst xmlns:a="http://schemas.openxmlformats.org/drawingml/2006/main">
              <a:ext uri="{FF2B5EF4-FFF2-40B4-BE49-F238E27FC236}">
                <a16:creationId xmlns:a16="http://schemas.microsoft.com/office/drawing/2014/main" id="{B6B8F909-9C15-404A-9500-F2CB9797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194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不足情報を補完</a:t>
            </a:r>
          </a:p>
        </p:txBody>
      </p:sp>
      <p:sp>
        <p:nvSpPr>
          <p:cNvPr id="24" name="rule-40023__s041o024">
            <a:extLst xmlns:a="http://schemas.openxmlformats.org/drawingml/2006/main">
              <a:ext uri="{FF2B5EF4-FFF2-40B4-BE49-F238E27FC236}">
                <a16:creationId xmlns:a16="http://schemas.microsoft.com/office/drawing/2014/main" id="{FAB6F015-CF67-4B0A-AA79-2EF1DC0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number-40024__s041o025">
            <a:extLst xmlns:a="http://schemas.openxmlformats.org/drawingml/2006/main">
              <a:ext uri="{FF2B5EF4-FFF2-40B4-BE49-F238E27FC236}">
                <a16:creationId xmlns:a16="http://schemas.microsoft.com/office/drawing/2014/main" id="{F27EA6FE-B963-4653-83AF-1D152A1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number-text-40025__s041o026">
            <a:extLst xmlns:a="http://schemas.openxmlformats.org/drawingml/2006/main">
              <a:ext uri="{FF2B5EF4-FFF2-40B4-BE49-F238E27FC236}">
                <a16:creationId xmlns:a16="http://schemas.microsoft.com/office/drawing/2014/main" id="{74B7BDAD-2F73-4AD3-AD8B-0B9A81B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7" name="step-title-40026__s041o027">
            <a:extLst xmlns:a="http://schemas.openxmlformats.org/drawingml/2006/main">
              <a:ext uri="{FF2B5EF4-FFF2-40B4-BE49-F238E27FC236}">
                <a16:creationId xmlns:a16="http://schemas.microsoft.com/office/drawing/2014/main" id="{40EBE572-4D21-43A3-BAC0-92AEFE5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95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28" name="step-body-40027__s041o028">
            <a:extLst xmlns:a="http://schemas.openxmlformats.org/drawingml/2006/main">
              <a:ext uri="{FF2B5EF4-FFF2-40B4-BE49-F238E27FC236}">
                <a16:creationId xmlns:a16="http://schemas.microsoft.com/office/drawing/2014/main" id="{A8CFBC71-374F-4EDC-9EA1-6E64735E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権限者が判断</a:t>
            </a:r>
          </a:p>
        </p:txBody>
      </p:sp>
      <p:sp>
        <p:nvSpPr>
          <p:cNvPr id="29" name="step-number-40028__s041o029">
            <a:extLst xmlns:a="http://schemas.openxmlformats.org/drawingml/2006/main">
              <a:ext uri="{FF2B5EF4-FFF2-40B4-BE49-F238E27FC236}">
                <a16:creationId xmlns:a16="http://schemas.microsoft.com/office/drawing/2014/main" id="{7BDA77D2-3DCC-493D-A11B-A004CD3E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ep-number-text-40029__s041o030">
            <a:extLst xmlns:a="http://schemas.openxmlformats.org/drawingml/2006/main">
              <a:ext uri="{FF2B5EF4-FFF2-40B4-BE49-F238E27FC236}">
                <a16:creationId xmlns:a16="http://schemas.microsoft.com/office/drawing/2014/main" id="{E49CF96A-586A-4153-8F74-4D36A886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1" name="step-title-40030__s041o031">
            <a:extLst xmlns:a="http://schemas.openxmlformats.org/drawingml/2006/main">
              <a:ext uri="{FF2B5EF4-FFF2-40B4-BE49-F238E27FC236}">
                <a16:creationId xmlns:a16="http://schemas.microsoft.com/office/drawing/2014/main" id="{B55F3FAC-CA14-443D-B304-CDD02BC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72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記録</a:t>
            </a:r>
          </a:p>
        </p:txBody>
      </p:sp>
      <p:sp>
        <p:nvSpPr>
          <p:cNvPr id="32" name="step-body-40031__s041o032">
            <a:extLst xmlns:a="http://schemas.openxmlformats.org/drawingml/2006/main">
              <a:ext uri="{FF2B5EF4-FFF2-40B4-BE49-F238E27FC236}">
                <a16:creationId xmlns:a16="http://schemas.microsoft.com/office/drawing/2014/main" id="{17859B55-4034-4674-A185-BEC52F7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72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結果と根拠を保存</a:t>
            </a:r>
          </a:p>
        </p:txBody>
      </p:sp>
      <p:sp>
        <p:nvSpPr>
          <p:cNvPr id="33" name="callout-40032__s041o033">
            <a:extLst xmlns:a="http://schemas.openxmlformats.org/drawingml/2006/main">
              <a:ext uri="{FF2B5EF4-FFF2-40B4-BE49-F238E27FC236}">
                <a16:creationId xmlns:a16="http://schemas.microsoft.com/office/drawing/2014/main" id="{1CB37F43-271A-407D-B56B-63B5480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callout-text-40033__s041o034">
            <a:extLst xmlns:a="http://schemas.openxmlformats.org/drawingml/2006/main">
              <a:ext uri="{FF2B5EF4-FFF2-40B4-BE49-F238E27FC236}">
                <a16:creationId xmlns:a16="http://schemas.microsoft.com/office/drawing/2014/main" id="{2C723AFD-D2B4-4694-9487-BFD99F0C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514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原則：各段階で担当と完了条件を明示する</a:t>
            </a:r>
          </a:p>
        </p:txBody>
      </p:sp>
    </p:spTree>
    <p:extLst>
      <p:ext uri="{BB962C8B-B14F-4D97-AF65-F5344CB8AC3E}">
        <p14:creationId xmlns:p14="http://schemas.microsoft.com/office/powerpoint/2010/main" val="7475340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2o001"/>
        <p:cNvGrpSpPr/>
        <p:nvPr/>
      </p:nvGrpSpPr>
      <p:grpSpPr>
        <a:xfrm xmlns:a="http://schemas.openxmlformats.org/drawingml/2006/main"/>
      </p:grpSpPr>
      <p:sp>
        <p:nvSpPr>
          <p:cNvPr id="2" name="label-41001__s042o002">
            <a:extLst xmlns:a="http://schemas.openxmlformats.org/drawingml/2006/main">
              <a:ext uri="{FF2B5EF4-FFF2-40B4-BE49-F238E27FC236}">
                <a16:creationId xmlns:a16="http://schemas.microsoft.com/office/drawing/2014/main" id="{56CF579C-B951-4AB5-A4BE-3F5792B1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1002__s042o003">
            <a:extLst xmlns:a="http://schemas.openxmlformats.org/drawingml/2006/main">
              <a:ext uri="{FF2B5EF4-FFF2-40B4-BE49-F238E27FC236}">
                <a16:creationId xmlns:a16="http://schemas.microsoft.com/office/drawing/2014/main" id="{DE63125D-01C9-4A0D-98F8-8EB37C7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スイムレーン</a:t>
            </a:r>
          </a:p>
        </p:txBody>
      </p:sp>
      <p:sp>
        <p:nvSpPr>
          <p:cNvPr id="4" name="title-41003__s042o004">
            <a:extLst xmlns:a="http://schemas.openxmlformats.org/drawingml/2006/main">
              <a:ext uri="{FF2B5EF4-FFF2-40B4-BE49-F238E27FC236}">
                <a16:creationId xmlns:a16="http://schemas.microsoft.com/office/drawing/2014/main" id="{E65669F0-4EE2-4A4D-B2DD-C1DC923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五つの判断点を一方向のプロセスで管理する</a:t>
            </a:r>
          </a:p>
        </p:txBody>
      </p:sp>
      <p:sp>
        <p:nvSpPr>
          <p:cNvPr id="5" name="rule-41004__s042o005">
            <a:extLst xmlns:a="http://schemas.openxmlformats.org/drawingml/2006/main">
              <a:ext uri="{FF2B5EF4-FFF2-40B4-BE49-F238E27FC236}">
                <a16:creationId xmlns:a16="http://schemas.microsoft.com/office/drawing/2014/main" id="{D2C394BD-AAC6-4517-B8EA-7F75F58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1005__s042o006">
            <a:extLst xmlns:a="http://schemas.openxmlformats.org/drawingml/2006/main">
              <a:ext uri="{FF2B5EF4-FFF2-40B4-BE49-F238E27FC236}">
                <a16:creationId xmlns:a16="http://schemas.microsoft.com/office/drawing/2014/main" id="{2E0734EE-DAB7-4D7A-A7B8-E4A7121E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1006__s042o007">
            <a:extLst xmlns:a="http://schemas.openxmlformats.org/drawingml/2006/main">
              <a:ext uri="{FF2B5EF4-FFF2-40B4-BE49-F238E27FC236}">
                <a16:creationId xmlns:a16="http://schemas.microsoft.com/office/drawing/2014/main" id="{8CE8DF3D-382B-4F6E-9A14-0CDFFCB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process-swimlane  |  process  |  架空データ</a:t>
            </a:r>
          </a:p>
        </p:txBody>
      </p:sp>
      <p:sp>
        <p:nvSpPr>
          <p:cNvPr id="8" name="page-number-41007__s042o008">
            <a:extLst xmlns:a="http://schemas.openxmlformats.org/drawingml/2006/main">
              <a:ext uri="{FF2B5EF4-FFF2-40B4-BE49-F238E27FC236}">
                <a16:creationId xmlns:a16="http://schemas.microsoft.com/office/drawing/2014/main" id="{A65D36AE-C926-4E23-8CED-6EC3675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9" name="lane-41008__s042o009">
            <a:extLst xmlns:a="http://schemas.openxmlformats.org/drawingml/2006/main">
              <a:ext uri="{FF2B5EF4-FFF2-40B4-BE49-F238E27FC236}">
                <a16:creationId xmlns:a16="http://schemas.microsoft.com/office/drawing/2014/main" id="{9F8FC3A0-8584-4C26-817E-9D5B0ACC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lane-label-41009__s042o010">
            <a:extLst xmlns:a="http://schemas.openxmlformats.org/drawingml/2006/main">
              <a:ext uri="{FF2B5EF4-FFF2-40B4-BE49-F238E27FC236}">
                <a16:creationId xmlns:a16="http://schemas.microsoft.com/office/drawing/2014/main" id="{24F6D198-B6CD-4D09-AE2F-DD42ECF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390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利用部門</a:t>
            </a:r>
          </a:p>
        </p:txBody>
      </p:sp>
      <p:sp>
        <p:nvSpPr>
          <p:cNvPr id="11" name="lane-41010__s042o011">
            <a:extLst xmlns:a="http://schemas.openxmlformats.org/drawingml/2006/main">
              <a:ext uri="{FF2B5EF4-FFF2-40B4-BE49-F238E27FC236}">
                <a16:creationId xmlns:a16="http://schemas.microsoft.com/office/drawing/2014/main" id="{CBBA32A8-E09B-4DFC-A735-41B0C676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2" name="lane-label-41011__s042o012">
            <a:extLst xmlns:a="http://schemas.openxmlformats.org/drawingml/2006/main">
              <a:ext uri="{FF2B5EF4-FFF2-40B4-BE49-F238E27FC236}">
                <a16:creationId xmlns:a16="http://schemas.microsoft.com/office/drawing/2014/main" id="{12AF5321-7ED8-4A14-A1D1-0192420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390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自動処理</a:t>
            </a:r>
          </a:p>
        </p:txBody>
      </p:sp>
      <p:sp>
        <p:nvSpPr>
          <p:cNvPr id="13" name="lane-41012__s042o013">
            <a:extLst xmlns:a="http://schemas.openxmlformats.org/drawingml/2006/main">
              <a:ext uri="{FF2B5EF4-FFF2-40B4-BE49-F238E27FC236}">
                <a16:creationId xmlns:a16="http://schemas.microsoft.com/office/drawing/2014/main" id="{3588016C-DD99-4D6A-ABB1-75F1FB8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lane-label-41013__s042o014">
            <a:extLst xmlns:a="http://schemas.openxmlformats.org/drawingml/2006/main">
              <a:ext uri="{FF2B5EF4-FFF2-40B4-BE49-F238E27FC236}">
                <a16:creationId xmlns:a16="http://schemas.microsoft.com/office/drawing/2014/main" id="{53EC20AA-763E-4AA4-B6AA-B95E6502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390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IT部門</a:t>
            </a:r>
          </a:p>
        </p:txBody>
      </p:sp>
      <p:sp>
        <p:nvSpPr>
          <p:cNvPr id="15" name="rule-41014__s042o015">
            <a:extLst xmlns:a="http://schemas.openxmlformats.org/drawingml/2006/main">
              <a:ext uri="{FF2B5EF4-FFF2-40B4-BE49-F238E27FC236}">
                <a16:creationId xmlns:a16="http://schemas.microsoft.com/office/drawing/2014/main" id="{D6431497-B97C-4384-9EAC-7D77604A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28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ne-step-41015__s042o016">
            <a:extLst xmlns:a="http://schemas.openxmlformats.org/drawingml/2006/main">
              <a:ext uri="{FF2B5EF4-FFF2-40B4-BE49-F238E27FC236}">
                <a16:creationId xmlns:a16="http://schemas.microsoft.com/office/drawing/2014/main" id="{494729DF-6B77-4DC2-B6FF-E605C6C1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24025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7" name="lane-step-title-41016__s042o017">
            <a:extLst xmlns:a="http://schemas.openxmlformats.org/drawingml/2006/main">
              <a:ext uri="{FF2B5EF4-FFF2-40B4-BE49-F238E27FC236}">
                <a16:creationId xmlns:a16="http://schemas.microsoft.com/office/drawing/2014/main" id="{2BB7F6E8-8E97-433C-A70D-B2A5361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受付</a:t>
            </a:r>
          </a:p>
        </p:txBody>
      </p:sp>
      <p:sp>
        <p:nvSpPr>
          <p:cNvPr id="18" name="lane-step-number-41017__s042o018">
            <a:extLst xmlns:a="http://schemas.openxmlformats.org/drawingml/2006/main">
              <a:ext uri="{FF2B5EF4-FFF2-40B4-BE49-F238E27FC236}">
                <a16:creationId xmlns:a16="http://schemas.microsoft.com/office/drawing/2014/main" id="{BF7983CD-1773-425F-859A-A4CC519D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9" name="rule-41018__s042o019">
            <a:extLst xmlns:a="http://schemas.openxmlformats.org/drawingml/2006/main">
              <a:ext uri="{FF2B5EF4-FFF2-40B4-BE49-F238E27FC236}">
                <a16:creationId xmlns:a16="http://schemas.microsoft.com/office/drawing/2014/main" id="{84B32F96-304A-43DB-9F7C-0550864D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289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ne-step-41019__s042o020">
            <a:extLst xmlns:a="http://schemas.openxmlformats.org/drawingml/2006/main">
              <a:ext uri="{FF2B5EF4-FFF2-40B4-BE49-F238E27FC236}">
                <a16:creationId xmlns:a16="http://schemas.microsoft.com/office/drawing/2014/main" id="{9DBF008E-82DB-4859-9D4A-B282A85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24175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1" name="lane-step-title-41020__s042o021">
            <a:extLst xmlns:a="http://schemas.openxmlformats.org/drawingml/2006/main">
              <a:ext uri="{FF2B5EF4-FFF2-40B4-BE49-F238E27FC236}">
                <a16:creationId xmlns:a16="http://schemas.microsoft.com/office/drawing/2014/main" id="{F98F51B6-3742-4784-9F1F-836B327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分類</a:t>
            </a:r>
          </a:p>
        </p:txBody>
      </p:sp>
      <p:sp>
        <p:nvSpPr>
          <p:cNvPr id="22" name="lane-step-number-41021__s042o022">
            <a:extLst xmlns:a="http://schemas.openxmlformats.org/drawingml/2006/main">
              <a:ext uri="{FF2B5EF4-FFF2-40B4-BE49-F238E27FC236}">
                <a16:creationId xmlns:a16="http://schemas.microsoft.com/office/drawing/2014/main" id="{7C36160F-EEAC-4085-BD0B-00D4B8AF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3" name="rule-41022__s042o023">
            <a:extLst xmlns:a="http://schemas.openxmlformats.org/drawingml/2006/main">
              <a:ext uri="{FF2B5EF4-FFF2-40B4-BE49-F238E27FC236}">
                <a16:creationId xmlns:a16="http://schemas.microsoft.com/office/drawing/2014/main" id="{FE041A64-0D26-4F81-8402-566423A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289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ne-step-41023__s042o024">
            <a:extLst xmlns:a="http://schemas.openxmlformats.org/drawingml/2006/main">
              <a:ext uri="{FF2B5EF4-FFF2-40B4-BE49-F238E27FC236}">
                <a16:creationId xmlns:a16="http://schemas.microsoft.com/office/drawing/2014/main" id="{3886FDAA-24D4-464D-BACB-63296BD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5" name="lane-step-title-41024__s042o025">
            <a:extLst xmlns:a="http://schemas.openxmlformats.org/drawingml/2006/main">
              <a:ext uri="{FF2B5EF4-FFF2-40B4-BE49-F238E27FC236}">
                <a16:creationId xmlns:a16="http://schemas.microsoft.com/office/drawing/2014/main" id="{8293A185-7D8D-49F4-90E4-1795ABC0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6" name="lane-step-number-41025__s042o026">
            <a:extLst xmlns:a="http://schemas.openxmlformats.org/drawingml/2006/main">
              <a:ext uri="{FF2B5EF4-FFF2-40B4-BE49-F238E27FC236}">
                <a16:creationId xmlns:a16="http://schemas.microsoft.com/office/drawing/2014/main" id="{37D438E9-831E-4032-ADBB-AB76E46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7" name="rule-41026__s042o027">
            <a:extLst xmlns:a="http://schemas.openxmlformats.org/drawingml/2006/main">
              <a:ext uri="{FF2B5EF4-FFF2-40B4-BE49-F238E27FC236}">
                <a16:creationId xmlns:a16="http://schemas.microsoft.com/office/drawing/2014/main" id="{9C99FF14-713E-4005-AEE5-419D459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291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ne-step-41027__s042o028">
            <a:extLst xmlns:a="http://schemas.openxmlformats.org/drawingml/2006/main">
              <a:ext uri="{FF2B5EF4-FFF2-40B4-BE49-F238E27FC236}">
                <a16:creationId xmlns:a16="http://schemas.microsoft.com/office/drawing/2014/main" id="{511D9659-C2C5-402C-BB49-9726EC1A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24325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9" name="lane-step-title-41028__s042o029">
            <a:extLst xmlns:a="http://schemas.openxmlformats.org/drawingml/2006/main">
              <a:ext uri="{FF2B5EF4-FFF2-40B4-BE49-F238E27FC236}">
                <a16:creationId xmlns:a16="http://schemas.microsoft.com/office/drawing/2014/main" id="{EA803333-0E25-4625-9A62-B224DC1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30" name="lane-step-number-41029__s042o030">
            <a:extLst xmlns:a="http://schemas.openxmlformats.org/drawingml/2006/main">
              <a:ext uri="{FF2B5EF4-FFF2-40B4-BE49-F238E27FC236}">
                <a16:creationId xmlns:a16="http://schemas.microsoft.com/office/drawing/2014/main" id="{D15E8276-2CB4-461C-ADC1-EDA08F4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1" name="lane-step-41030__s042o031">
            <a:extLst xmlns:a="http://schemas.openxmlformats.org/drawingml/2006/main">
              <a:ext uri="{FF2B5EF4-FFF2-40B4-BE49-F238E27FC236}">
                <a16:creationId xmlns:a16="http://schemas.microsoft.com/office/drawing/2014/main" id="{EFC46CC1-180A-442B-AEF3-DA34D7E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24325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2" name="lane-step-title-41031__s042o032">
            <a:extLst xmlns:a="http://schemas.openxmlformats.org/drawingml/2006/main">
              <a:ext uri="{FF2B5EF4-FFF2-40B4-BE49-F238E27FC236}">
                <a16:creationId xmlns:a16="http://schemas.microsoft.com/office/drawing/2014/main" id="{8F2A98BE-DF41-4232-8CE3-B613FF9F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記録</a:t>
            </a:r>
          </a:p>
        </p:txBody>
      </p:sp>
      <p:sp>
        <p:nvSpPr>
          <p:cNvPr id="33" name="lane-step-number-41032__s042o033">
            <a:extLst xmlns:a="http://schemas.openxmlformats.org/drawingml/2006/main">
              <a:ext uri="{FF2B5EF4-FFF2-40B4-BE49-F238E27FC236}">
                <a16:creationId xmlns:a16="http://schemas.microsoft.com/office/drawing/2014/main" id="{CAD49ACF-144A-4A24-97A3-F4EC8AD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4" name="callout-41033__s042o034">
            <a:extLst xmlns:a="http://schemas.openxmlformats.org/drawingml/2006/main">
              <a:ext uri="{FF2B5EF4-FFF2-40B4-BE49-F238E27FC236}">
                <a16:creationId xmlns:a16="http://schemas.microsoft.com/office/drawing/2014/main" id="{A309BFC5-B22D-4A08-9A4D-E400367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callout-text-41034__s042o035">
            <a:extLst xmlns:a="http://schemas.openxmlformats.org/drawingml/2006/main">
              <a:ext uri="{FF2B5EF4-FFF2-40B4-BE49-F238E27FC236}">
                <a16:creationId xmlns:a16="http://schemas.microsoft.com/office/drawing/2014/main" id="{44E68D5B-D3EB-4421-87E6-57C7DAB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承認前に根拠と未確認事項を表示する</a:t>
            </a:r>
          </a:p>
        </p:txBody>
      </p:sp>
    </p:spTree>
    <p:extLst>
      <p:ext uri="{BB962C8B-B14F-4D97-AF65-F5344CB8AC3E}">
        <p14:creationId xmlns:p14="http://schemas.microsoft.com/office/powerpoint/2010/main" val="111831952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3o001"/>
        <p:cNvGrpSpPr/>
        <p:nvPr/>
      </p:nvGrpSpPr>
      <p:grpSpPr>
        <a:xfrm xmlns:a="http://schemas.openxmlformats.org/drawingml/2006/main"/>
      </p:grpSpPr>
      <p:sp>
        <p:nvSpPr>
          <p:cNvPr id="2" name="label-42001__s043o002">
            <a:extLst xmlns:a="http://schemas.openxmlformats.org/drawingml/2006/main">
              <a:ext uri="{FF2B5EF4-FFF2-40B4-BE49-F238E27FC236}">
                <a16:creationId xmlns:a16="http://schemas.microsoft.com/office/drawing/2014/main" id="{C87F0D0A-640C-4ED6-9987-637AA19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2002__s043o003">
            <a:extLst xmlns:a="http://schemas.openxmlformats.org/drawingml/2006/main">
              <a:ext uri="{FF2B5EF4-FFF2-40B4-BE49-F238E27FC236}">
                <a16:creationId xmlns:a16="http://schemas.microsoft.com/office/drawing/2014/main" id="{04385C49-C6D0-449F-BF06-5AB1758C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改善サイクル</a:t>
            </a:r>
          </a:p>
        </p:txBody>
      </p:sp>
      <p:sp>
        <p:nvSpPr>
          <p:cNvPr id="4" name="title-42003__s043o004">
            <a:extLst xmlns:a="http://schemas.openxmlformats.org/drawingml/2006/main">
              <a:ext uri="{FF2B5EF4-FFF2-40B4-BE49-F238E27FC236}">
                <a16:creationId xmlns:a16="http://schemas.microsoft.com/office/drawing/2014/main" id="{AB03A00E-5D2F-4BBA-8BF2-59E3B22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調査・実行・検証・改善を学習サイクルで回す</a:t>
            </a:r>
          </a:p>
        </p:txBody>
      </p:sp>
      <p:sp>
        <p:nvSpPr>
          <p:cNvPr id="5" name="rule-42004__s043o005">
            <a:extLst xmlns:a="http://schemas.openxmlformats.org/drawingml/2006/main">
              <a:ext uri="{FF2B5EF4-FFF2-40B4-BE49-F238E27FC236}">
                <a16:creationId xmlns:a16="http://schemas.microsoft.com/office/drawing/2014/main" id="{EA8EF38E-A7FA-406C-9E50-0B83346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2005__s043o006">
            <a:extLst xmlns:a="http://schemas.openxmlformats.org/drawingml/2006/main">
              <a:ext uri="{FF2B5EF4-FFF2-40B4-BE49-F238E27FC236}">
                <a16:creationId xmlns:a16="http://schemas.microsoft.com/office/drawing/2014/main" id="{97BDF0DB-A5CE-42E8-903D-D7EDA5C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2006__s043o007">
            <a:extLst xmlns:a="http://schemas.openxmlformats.org/drawingml/2006/main">
              <a:ext uri="{FF2B5EF4-FFF2-40B4-BE49-F238E27FC236}">
                <a16:creationId xmlns:a16="http://schemas.microsoft.com/office/drawing/2014/main" id="{9F989B6D-1BE2-4389-8332-9340EF8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cycle  |  process  |  架空データ</a:t>
            </a:r>
          </a:p>
        </p:txBody>
      </p:sp>
      <p:sp>
        <p:nvSpPr>
          <p:cNvPr id="8" name="page-number-42007__s043o008">
            <a:extLst xmlns:a="http://schemas.openxmlformats.org/drawingml/2006/main">
              <a:ext uri="{FF2B5EF4-FFF2-40B4-BE49-F238E27FC236}">
                <a16:creationId xmlns:a16="http://schemas.microsoft.com/office/drawing/2014/main" id="{29D8E7A8-F774-4585-AF2C-0BA0924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9" name="cycle-arrow-42008__s043o009">
            <a:extLst xmlns:a="http://schemas.openxmlformats.org/drawingml/2006/main">
              <a:ext uri="{FF2B5EF4-FFF2-40B4-BE49-F238E27FC236}">
                <a16:creationId xmlns:a16="http://schemas.microsoft.com/office/drawing/2014/main" id="{9E1D5043-A2B8-4DA6-AF76-3B0776B0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↘</a:t>
            </a:r>
          </a:p>
        </p:txBody>
      </p:sp>
      <p:sp>
        <p:nvSpPr>
          <p:cNvPr id="10" name="cycle-arrow-42009__s043o010">
            <a:extLst xmlns:a="http://schemas.openxmlformats.org/drawingml/2006/main">
              <a:ext uri="{FF2B5EF4-FFF2-40B4-BE49-F238E27FC236}">
                <a16:creationId xmlns:a16="http://schemas.microsoft.com/office/drawing/2014/main" id="{22E26EF1-28AE-4E38-8682-894CD30E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↙</a:t>
            </a:r>
          </a:p>
        </p:txBody>
      </p:sp>
      <p:sp>
        <p:nvSpPr>
          <p:cNvPr id="11" name="cycle-arrow-42010__s043o011">
            <a:extLst xmlns:a="http://schemas.openxmlformats.org/drawingml/2006/main">
              <a:ext uri="{FF2B5EF4-FFF2-40B4-BE49-F238E27FC236}">
                <a16:creationId xmlns:a16="http://schemas.microsoft.com/office/drawing/2014/main" id="{8CB6806D-6F3E-497F-ABCE-2EC33E0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↖</a:t>
            </a:r>
          </a:p>
        </p:txBody>
      </p:sp>
      <p:sp>
        <p:nvSpPr>
          <p:cNvPr id="12" name="cycle-arrow-42011__s043o012">
            <a:extLst xmlns:a="http://schemas.openxmlformats.org/drawingml/2006/main">
              <a:ext uri="{FF2B5EF4-FFF2-40B4-BE49-F238E27FC236}">
                <a16:creationId xmlns:a16="http://schemas.microsoft.com/office/drawing/2014/main" id="{13AFA094-8323-412C-AF98-3FDC5E6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↗</a:t>
            </a:r>
          </a:p>
        </p:txBody>
      </p:sp>
      <p:sp>
        <p:nvSpPr>
          <p:cNvPr id="13" name="cycle-step-42012__s043o013">
            <a:extLst xmlns:a="http://schemas.openxmlformats.org/drawingml/2006/main">
              <a:ext uri="{FF2B5EF4-FFF2-40B4-BE49-F238E27FC236}">
                <a16:creationId xmlns:a16="http://schemas.microsoft.com/office/drawing/2014/main" id="{31136B2D-8B5D-4D91-B721-26B28EB1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09700"/>
            <a:ext cx="133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ycle-step-text-42013__s043o014">
            <a:extLst xmlns:a="http://schemas.openxmlformats.org/drawingml/2006/main">
              <a:ext uri="{FF2B5EF4-FFF2-40B4-BE49-F238E27FC236}">
                <a16:creationId xmlns:a16="http://schemas.microsoft.com/office/drawing/2014/main" id="{CCA4CB84-623F-4F1E-891A-B2A5417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097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調査</a:t>
            </a:r>
          </a:p>
        </p:txBody>
      </p:sp>
      <p:sp>
        <p:nvSpPr>
          <p:cNvPr id="15" name="cycle-step-42014__s043o015">
            <a:extLst xmlns:a="http://schemas.openxmlformats.org/drawingml/2006/main">
              <a:ext uri="{FF2B5EF4-FFF2-40B4-BE49-F238E27FC236}">
                <a16:creationId xmlns:a16="http://schemas.microsoft.com/office/drawing/2014/main" id="{ABC46675-C3E3-4291-92EF-A54D935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33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ycle-step-text-42015__s043o016">
            <a:extLst xmlns:a="http://schemas.openxmlformats.org/drawingml/2006/main">
              <a:ext uri="{FF2B5EF4-FFF2-40B4-BE49-F238E27FC236}">
                <a16:creationId xmlns:a16="http://schemas.microsoft.com/office/drawing/2014/main" id="{5EF63FD7-8A61-4661-9DA7-97B90C80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実行</a:t>
            </a:r>
          </a:p>
        </p:txBody>
      </p:sp>
      <p:sp>
        <p:nvSpPr>
          <p:cNvPr id="17" name="cycle-step-42016__s043o017">
            <a:extLst xmlns:a="http://schemas.openxmlformats.org/drawingml/2006/main">
              <a:ext uri="{FF2B5EF4-FFF2-40B4-BE49-F238E27FC236}">
                <a16:creationId xmlns:a16="http://schemas.microsoft.com/office/drawing/2014/main" id="{FAFB2F26-AB0A-4E39-A541-67F21A8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38700"/>
            <a:ext cx="133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ycle-step-text-42017__s043o018">
            <a:extLst xmlns:a="http://schemas.openxmlformats.org/drawingml/2006/main">
              <a:ext uri="{FF2B5EF4-FFF2-40B4-BE49-F238E27FC236}">
                <a16:creationId xmlns:a16="http://schemas.microsoft.com/office/drawing/2014/main" id="{9F6F783F-F2F1-4351-9949-07A85FDF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387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19" name="cycle-step-42018__s043o019">
            <a:extLst xmlns:a="http://schemas.openxmlformats.org/drawingml/2006/main">
              <a:ext uri="{FF2B5EF4-FFF2-40B4-BE49-F238E27FC236}">
                <a16:creationId xmlns:a16="http://schemas.microsoft.com/office/drawing/2014/main" id="{F927F8CC-BC80-43AB-BA31-FDF739DE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24200"/>
            <a:ext cx="133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ycle-step-text-42019__s043o020">
            <a:extLst xmlns:a="http://schemas.openxmlformats.org/drawingml/2006/main">
              <a:ext uri="{FF2B5EF4-FFF2-40B4-BE49-F238E27FC236}">
                <a16:creationId xmlns:a16="http://schemas.microsoft.com/office/drawing/2014/main" id="{10E150E6-FC15-4DCE-A54C-AB571BA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242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改善</a:t>
            </a:r>
          </a:p>
        </p:txBody>
      </p:sp>
      <p:sp>
        <p:nvSpPr>
          <p:cNvPr id="21" name="cycle-center-42020__s043o021">
            <a:extLst xmlns:a="http://schemas.openxmlformats.org/drawingml/2006/main">
              <a:ext uri="{FF2B5EF4-FFF2-40B4-BE49-F238E27FC236}">
                <a16:creationId xmlns:a16="http://schemas.microsoft.com/office/drawing/2014/main" id="{A33A5D0F-8C57-4B58-A13D-A997E2B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ycle-center-text-42021__s043o022">
            <a:extLst xmlns:a="http://schemas.openxmlformats.org/drawingml/2006/main">
              <a:ext uri="{FF2B5EF4-FFF2-40B4-BE49-F238E27FC236}">
                <a16:creationId xmlns:a16="http://schemas.microsoft.com/office/drawing/2014/main" id="{5ABE8868-4EA1-457F-ACFB-15CFDBA4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447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証跡から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学習する</a:t>
            </a:r>
          </a:p>
        </p:txBody>
      </p:sp>
      <p:sp>
        <p:nvSpPr>
          <p:cNvPr id="23" name="callout-42022__s043o023">
            <a:extLst xmlns:a="http://schemas.openxmlformats.org/drawingml/2006/main">
              <a:ext uri="{FF2B5EF4-FFF2-40B4-BE49-F238E27FC236}">
                <a16:creationId xmlns:a16="http://schemas.microsoft.com/office/drawing/2014/main" id="{55BE35C4-A591-454C-9E9A-ABB791C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52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callout-text-42023__s043o024">
            <a:extLst xmlns:a="http://schemas.openxmlformats.org/drawingml/2006/main">
              <a:ext uri="{FF2B5EF4-FFF2-40B4-BE49-F238E27FC236}">
                <a16:creationId xmlns:a16="http://schemas.microsoft.com/office/drawing/2014/main" id="{01A08538-CC8D-4409-9216-6E3C44C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181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改善点は次回の入力規則と評価条件へ反映する</a:t>
            </a:r>
          </a:p>
        </p:txBody>
      </p:sp>
    </p:spTree>
    <p:extLst>
      <p:ext uri="{BB962C8B-B14F-4D97-AF65-F5344CB8AC3E}">
        <p14:creationId xmlns:p14="http://schemas.microsoft.com/office/powerpoint/2010/main" val="148310743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4o001"/>
        <p:cNvGrpSpPr/>
        <p:nvPr/>
      </p:nvGrpSpPr>
      <p:grpSpPr>
        <a:xfrm xmlns:a="http://schemas.openxmlformats.org/drawingml/2006/main"/>
      </p:grpSpPr>
      <p:sp>
        <p:nvSpPr>
          <p:cNvPr id="2" name="label-43001__s044o002">
            <a:extLst xmlns:a="http://schemas.openxmlformats.org/drawingml/2006/main">
              <a:ext uri="{FF2B5EF4-FFF2-40B4-BE49-F238E27FC236}">
                <a16:creationId xmlns:a16="http://schemas.microsoft.com/office/drawing/2014/main" id="{26997CA3-06D4-483C-8D4A-1744CD0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3002__s044o003">
            <a:extLst xmlns:a="http://schemas.openxmlformats.org/drawingml/2006/main">
              <a:ext uri="{FF2B5EF4-FFF2-40B4-BE49-F238E27FC236}">
                <a16:creationId xmlns:a16="http://schemas.microsoft.com/office/drawing/2014/main" id="{12AB3A8E-1904-4F3F-967C-63C3B4D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価値連鎖</a:t>
            </a:r>
          </a:p>
        </p:txBody>
      </p:sp>
      <p:sp>
        <p:nvSpPr>
          <p:cNvPr id="4" name="title-43003__s044o004">
            <a:extLst xmlns:a="http://schemas.openxmlformats.org/drawingml/2006/main">
              <a:ext uri="{FF2B5EF4-FFF2-40B4-BE49-F238E27FC236}">
                <a16:creationId xmlns:a16="http://schemas.microsoft.com/office/drawing/2014/main" id="{716C2499-09E9-429E-A91D-1B72976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データ収集から判断まで価値と統制を付加する</a:t>
            </a:r>
          </a:p>
        </p:txBody>
      </p:sp>
      <p:sp>
        <p:nvSpPr>
          <p:cNvPr id="5" name="rule-43004__s044o005">
            <a:extLst xmlns:a="http://schemas.openxmlformats.org/drawingml/2006/main">
              <a:ext uri="{FF2B5EF4-FFF2-40B4-BE49-F238E27FC236}">
                <a16:creationId xmlns:a16="http://schemas.microsoft.com/office/drawing/2014/main" id="{9AE2ED03-E7EF-4D5B-A3C9-D7099E8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3005__s044o006">
            <a:extLst xmlns:a="http://schemas.openxmlformats.org/drawingml/2006/main">
              <a:ext uri="{FF2B5EF4-FFF2-40B4-BE49-F238E27FC236}">
                <a16:creationId xmlns:a16="http://schemas.microsoft.com/office/drawing/2014/main" id="{5249DAC6-40EF-489D-BEBC-FB8686F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3006__s044o007">
            <a:extLst xmlns:a="http://schemas.openxmlformats.org/drawingml/2006/main">
              <a:ext uri="{FF2B5EF4-FFF2-40B4-BE49-F238E27FC236}">
                <a16:creationId xmlns:a16="http://schemas.microsoft.com/office/drawing/2014/main" id="{28255096-ED2A-4BA8-9457-C62A2074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value-chain  |  process  |  架空データ</a:t>
            </a:r>
          </a:p>
        </p:txBody>
      </p:sp>
      <p:sp>
        <p:nvSpPr>
          <p:cNvPr id="8" name="page-number-43007__s044o008">
            <a:extLst xmlns:a="http://schemas.openxmlformats.org/drawingml/2006/main">
              <a:ext uri="{FF2B5EF4-FFF2-40B4-BE49-F238E27FC236}">
                <a16:creationId xmlns:a16="http://schemas.microsoft.com/office/drawing/2014/main" id="{5C979AC6-B16A-4CD5-99D8-68FD011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9" name="rule-43008__s044o009">
            <a:extLst xmlns:a="http://schemas.openxmlformats.org/drawingml/2006/main">
              <a:ext uri="{FF2B5EF4-FFF2-40B4-BE49-F238E27FC236}">
                <a16:creationId xmlns:a16="http://schemas.microsoft.com/office/drawing/2014/main" id="{ABB3CF2F-8F39-4F84-8D2A-E599572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05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ue-stage-43009__s044o010">
            <a:extLst xmlns:a="http://schemas.openxmlformats.org/drawingml/2006/main">
              <a:ext uri="{FF2B5EF4-FFF2-40B4-BE49-F238E27FC236}">
                <a16:creationId xmlns:a16="http://schemas.microsoft.com/office/drawing/2014/main" id="{64A3EC35-68AF-4163-A9BE-458F6AA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1" name="value-title-43010__s044o011">
            <a:extLst xmlns:a="http://schemas.openxmlformats.org/drawingml/2006/main">
              <a:ext uri="{FF2B5EF4-FFF2-40B4-BE49-F238E27FC236}">
                <a16:creationId xmlns:a16="http://schemas.microsoft.com/office/drawing/2014/main" id="{BFD7E73F-8FCB-433A-8A84-C449087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収集</a:t>
            </a:r>
          </a:p>
        </p:txBody>
      </p:sp>
      <p:sp>
        <p:nvSpPr>
          <p:cNvPr id="12" name="value-body-43011__s044o012">
            <a:extLst xmlns:a="http://schemas.openxmlformats.org/drawingml/2006/main">
              <a:ext uri="{FF2B5EF4-FFF2-40B4-BE49-F238E27FC236}">
                <a16:creationId xmlns:a16="http://schemas.microsoft.com/office/drawing/2014/main" id="{C1A28EBA-C39A-4D0D-BA15-58642F66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対象を揃える</a:t>
            </a:r>
          </a:p>
        </p:txBody>
      </p:sp>
      <p:sp>
        <p:nvSpPr>
          <p:cNvPr id="13" name="rule-43012__s044o013">
            <a:extLst xmlns:a="http://schemas.openxmlformats.org/drawingml/2006/main">
              <a:ext uri="{FF2B5EF4-FFF2-40B4-BE49-F238E27FC236}">
                <a16:creationId xmlns:a16="http://schemas.microsoft.com/office/drawing/2014/main" id="{56E94F66-7965-4B15-A654-BB8A7E4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stage-43013__s044o014">
            <a:extLst xmlns:a="http://schemas.openxmlformats.org/drawingml/2006/main">
              <a:ext uri="{FF2B5EF4-FFF2-40B4-BE49-F238E27FC236}">
                <a16:creationId xmlns:a16="http://schemas.microsoft.com/office/drawing/2014/main" id="{BA72F794-DE66-4DDA-BAC8-6DF2188E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5" name="value-title-43014__s044o015">
            <a:extLst xmlns:a="http://schemas.openxmlformats.org/drawingml/2006/main">
              <a:ext uri="{FF2B5EF4-FFF2-40B4-BE49-F238E27FC236}">
                <a16:creationId xmlns:a16="http://schemas.microsoft.com/office/drawing/2014/main" id="{B090978C-0C80-463C-BEB3-31AAA84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16" name="value-body-43015__s044o016">
            <a:extLst xmlns:a="http://schemas.openxmlformats.org/drawingml/2006/main">
              <a:ext uri="{FF2B5EF4-FFF2-40B4-BE49-F238E27FC236}">
                <a16:creationId xmlns:a16="http://schemas.microsoft.com/office/drawing/2014/main" id="{E2D2ADB3-BE4D-4E63-A258-7537968E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形式を統一</a:t>
            </a:r>
          </a:p>
        </p:txBody>
      </p:sp>
      <p:sp>
        <p:nvSpPr>
          <p:cNvPr id="17" name="rule-43016__s044o017">
            <a:extLst xmlns:a="http://schemas.openxmlformats.org/drawingml/2006/main">
              <a:ext uri="{FF2B5EF4-FFF2-40B4-BE49-F238E27FC236}">
                <a16:creationId xmlns:a16="http://schemas.microsoft.com/office/drawing/2014/main" id="{CAAB0209-3EB7-42C7-82D3-38D20D8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stage-43017__s044o018">
            <a:extLst xmlns:a="http://schemas.openxmlformats.org/drawingml/2006/main">
              <a:ext uri="{FF2B5EF4-FFF2-40B4-BE49-F238E27FC236}">
                <a16:creationId xmlns:a16="http://schemas.microsoft.com/office/drawing/2014/main" id="{56F58B6D-6EE4-429B-8F94-70226EAA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9" name="value-title-43018__s044o019">
            <a:extLst xmlns:a="http://schemas.openxmlformats.org/drawingml/2006/main">
              <a:ext uri="{FF2B5EF4-FFF2-40B4-BE49-F238E27FC236}">
                <a16:creationId xmlns:a16="http://schemas.microsoft.com/office/drawing/2014/main" id="{7E280773-929B-40EE-824F-5719554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解析</a:t>
            </a:r>
          </a:p>
        </p:txBody>
      </p:sp>
      <p:sp>
        <p:nvSpPr>
          <p:cNvPr id="20" name="value-body-43019__s044o020">
            <a:extLst xmlns:a="http://schemas.openxmlformats.org/drawingml/2006/main">
              <a:ext uri="{FF2B5EF4-FFF2-40B4-BE49-F238E27FC236}">
                <a16:creationId xmlns:a16="http://schemas.microsoft.com/office/drawing/2014/main" id="{FEBC65C9-53F3-44C3-A2FC-20E45AA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関係を抽出</a:t>
            </a:r>
          </a:p>
        </p:txBody>
      </p:sp>
      <p:sp>
        <p:nvSpPr>
          <p:cNvPr id="21" name="rule-43020__s044o021">
            <a:extLst xmlns:a="http://schemas.openxmlformats.org/drawingml/2006/main">
              <a:ext uri="{FF2B5EF4-FFF2-40B4-BE49-F238E27FC236}">
                <a16:creationId xmlns:a16="http://schemas.microsoft.com/office/drawing/2014/main" id="{62D776C6-24A0-4FA4-B94B-4BBF2F3C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051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ue-stage-43021__s044o022">
            <a:extLst xmlns:a="http://schemas.openxmlformats.org/drawingml/2006/main">
              <a:ext uri="{FF2B5EF4-FFF2-40B4-BE49-F238E27FC236}">
                <a16:creationId xmlns:a16="http://schemas.microsoft.com/office/drawing/2014/main" id="{4FE0D5EC-122C-43B8-A946-E3FF7BF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3" name="value-title-43022__s044o023">
            <a:extLst xmlns:a="http://schemas.openxmlformats.org/drawingml/2006/main">
              <a:ext uri="{FF2B5EF4-FFF2-40B4-BE49-F238E27FC236}">
                <a16:creationId xmlns:a16="http://schemas.microsoft.com/office/drawing/2014/main" id="{1B07E24E-8538-4A5B-932F-A616A62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照合</a:t>
            </a:r>
          </a:p>
        </p:txBody>
      </p:sp>
      <p:sp>
        <p:nvSpPr>
          <p:cNvPr id="24" name="value-body-43023__s044o024">
            <a:extLst xmlns:a="http://schemas.openxmlformats.org/drawingml/2006/main">
              <a:ext uri="{FF2B5EF4-FFF2-40B4-BE49-F238E27FC236}">
                <a16:creationId xmlns:a16="http://schemas.microsoft.com/office/drawing/2014/main" id="{A4C989D0-6D2E-4107-A660-231DF8FB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根拠を確認</a:t>
            </a:r>
          </a:p>
        </p:txBody>
      </p:sp>
      <p:sp>
        <p:nvSpPr>
          <p:cNvPr id="25" name="value-stage-43024__s044o025">
            <a:extLst xmlns:a="http://schemas.openxmlformats.org/drawingml/2006/main">
              <a:ext uri="{FF2B5EF4-FFF2-40B4-BE49-F238E27FC236}">
                <a16:creationId xmlns:a16="http://schemas.microsoft.com/office/drawing/2014/main" id="{B972C65C-B2D3-4719-A77E-C245491E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6" name="value-title-43025__s044o026">
            <a:extLst xmlns:a="http://schemas.openxmlformats.org/drawingml/2006/main">
              <a:ext uri="{FF2B5EF4-FFF2-40B4-BE49-F238E27FC236}">
                <a16:creationId xmlns:a16="http://schemas.microsoft.com/office/drawing/2014/main" id="{C8468AA4-F2BE-4D23-BF02-68BCB0F3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判断</a:t>
            </a:r>
          </a:p>
        </p:txBody>
      </p:sp>
      <p:sp>
        <p:nvSpPr>
          <p:cNvPr id="27" name="value-body-43026__s044o027">
            <a:extLst xmlns:a="http://schemas.openxmlformats.org/drawingml/2006/main">
              <a:ext uri="{FF2B5EF4-FFF2-40B4-BE49-F238E27FC236}">
                <a16:creationId xmlns:a16="http://schemas.microsoft.com/office/drawing/2014/main" id="{79078C0C-3378-44E6-B992-21CE7C4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責任者が承認</a:t>
            </a:r>
          </a:p>
        </p:txBody>
      </p:sp>
      <p:sp>
        <p:nvSpPr>
          <p:cNvPr id="28" name="section-heading-43027__s044o028">
            <a:extLst xmlns:a="http://schemas.openxmlformats.org/drawingml/2006/main">
              <a:ext uri="{FF2B5EF4-FFF2-40B4-BE49-F238E27FC236}">
                <a16:creationId xmlns:a16="http://schemas.microsoft.com/office/drawing/2014/main" id="{9C1CBB44-836F-49DA-AF57-4202A6AF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共通の支援要素</a:t>
            </a:r>
          </a:p>
        </p:txBody>
      </p:sp>
      <p:sp>
        <p:nvSpPr>
          <p:cNvPr id="29" name="callout-43028__s044o029">
            <a:extLst xmlns:a="http://schemas.openxmlformats.org/drawingml/2006/main">
              <a:ext uri="{FF2B5EF4-FFF2-40B4-BE49-F238E27FC236}">
                <a16:creationId xmlns:a16="http://schemas.microsoft.com/office/drawing/2014/main" id="{A6BF19FB-03D9-45F0-89CE-097F6E37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callout-text-43029__s044o030">
            <a:extLst xmlns:a="http://schemas.openxmlformats.org/drawingml/2006/main">
              <a:ext uri="{FF2B5EF4-FFF2-40B4-BE49-F238E27FC236}">
                <a16:creationId xmlns:a16="http://schemas.microsoft.com/office/drawing/2014/main" id="{3D73334A-9F23-44FC-A9DB-354AF79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語彙</a:t>
            </a:r>
          </a:p>
        </p:txBody>
      </p:sp>
      <p:sp>
        <p:nvSpPr>
          <p:cNvPr id="31" name="callout-43030__s044o031">
            <a:extLst xmlns:a="http://schemas.openxmlformats.org/drawingml/2006/main">
              <a:ext uri="{FF2B5EF4-FFF2-40B4-BE49-F238E27FC236}">
                <a16:creationId xmlns:a16="http://schemas.microsoft.com/office/drawing/2014/main" id="{40A0833B-DFAB-4722-BC5C-4C2D3B5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callout-text-43031__s044o032">
            <a:extLst xmlns:a="http://schemas.openxmlformats.org/drawingml/2006/main">
              <a:ext uri="{FF2B5EF4-FFF2-40B4-BE49-F238E27FC236}">
                <a16:creationId xmlns:a16="http://schemas.microsoft.com/office/drawing/2014/main" id="{108E45BB-6854-4DB1-ADB1-DCFCECC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権限</a:t>
            </a:r>
          </a:p>
        </p:txBody>
      </p:sp>
      <p:sp>
        <p:nvSpPr>
          <p:cNvPr id="33" name="callout-43032__s044o033">
            <a:extLst xmlns:a="http://schemas.openxmlformats.org/drawingml/2006/main">
              <a:ext uri="{FF2B5EF4-FFF2-40B4-BE49-F238E27FC236}">
                <a16:creationId xmlns:a16="http://schemas.microsoft.com/office/drawing/2014/main" id="{5FCE14B0-CEE7-4D8E-BBA8-070FED71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callout-text-43033__s044o034">
            <a:extLst xmlns:a="http://schemas.openxmlformats.org/drawingml/2006/main">
              <a:ext uri="{FF2B5EF4-FFF2-40B4-BE49-F238E27FC236}">
                <a16:creationId xmlns:a16="http://schemas.microsoft.com/office/drawing/2014/main" id="{CC47C8AF-5B79-4C1A-B545-6408EC6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品質規則</a:t>
            </a:r>
          </a:p>
        </p:txBody>
      </p:sp>
      <p:sp>
        <p:nvSpPr>
          <p:cNvPr id="35" name="callout-43034__s044o035">
            <a:extLst xmlns:a="http://schemas.openxmlformats.org/drawingml/2006/main">
              <a:ext uri="{FF2B5EF4-FFF2-40B4-BE49-F238E27FC236}">
                <a16:creationId xmlns:a16="http://schemas.microsoft.com/office/drawing/2014/main" id="{372C6EB9-844E-4E6D-82FF-3758CD1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callout-text-43035__s044o036">
            <a:extLst xmlns:a="http://schemas.openxmlformats.org/drawingml/2006/main">
              <a:ext uri="{FF2B5EF4-FFF2-40B4-BE49-F238E27FC236}">
                <a16:creationId xmlns:a16="http://schemas.microsoft.com/office/drawing/2014/main" id="{0FF44C0A-90BD-4DDC-9B31-B4C515F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86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監査証跡</a:t>
            </a:r>
          </a:p>
        </p:txBody>
      </p:sp>
      <p:sp>
        <p:nvSpPr>
          <p:cNvPr id="37" name="callout-43036__s044o037">
            <a:extLst xmlns:a="http://schemas.openxmlformats.org/drawingml/2006/main">
              <a:ext uri="{FF2B5EF4-FFF2-40B4-BE49-F238E27FC236}">
                <a16:creationId xmlns:a16="http://schemas.microsoft.com/office/drawing/2014/main" id="{DA5BFA66-5FD8-4BD0-BD0E-49642B18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054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callout-text-43037__s044o038">
            <a:extLst xmlns:a="http://schemas.openxmlformats.org/drawingml/2006/main">
              <a:ext uri="{FF2B5EF4-FFF2-40B4-BE49-F238E27FC236}">
                <a16:creationId xmlns:a16="http://schemas.microsoft.com/office/drawing/2014/main" id="{E8988E37-76C8-461B-B6EC-2D8C0AE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00650"/>
            <a:ext cx="775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成果：再現可能な判断</a:t>
            </a:r>
          </a:p>
        </p:txBody>
      </p:sp>
    </p:spTree>
    <p:extLst>
      <p:ext uri="{BB962C8B-B14F-4D97-AF65-F5344CB8AC3E}">
        <p14:creationId xmlns:p14="http://schemas.microsoft.com/office/powerpoint/2010/main" val="17632161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5o001"/>
        <p:cNvGrpSpPr/>
        <p:nvPr/>
      </p:nvGrpSpPr>
      <p:grpSpPr>
        <a:xfrm xmlns:a="http://schemas.openxmlformats.org/drawingml/2006/main"/>
      </p:grpSpPr>
      <p:sp>
        <p:nvSpPr>
          <p:cNvPr id="2" name="label-44001__s045o002">
            <a:extLst xmlns:a="http://schemas.openxmlformats.org/drawingml/2006/main">
              <a:ext uri="{FF2B5EF4-FFF2-40B4-BE49-F238E27FC236}">
                <a16:creationId xmlns:a16="http://schemas.microsoft.com/office/drawing/2014/main" id="{2B479C18-810C-4FD3-8924-14B48C10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4002__s045o003">
            <a:extLst xmlns:a="http://schemas.openxmlformats.org/drawingml/2006/main">
              <a:ext uri="{FF2B5EF4-FFF2-40B4-BE49-F238E27FC236}">
                <a16:creationId xmlns:a16="http://schemas.microsoft.com/office/drawing/2014/main" id="{23CF4487-08DF-4484-9DEB-7245CA0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ロードマップ</a:t>
            </a:r>
          </a:p>
        </p:txBody>
      </p:sp>
      <p:sp>
        <p:nvSpPr>
          <p:cNvPr id="4" name="title-44003__s045o004">
            <a:extLst xmlns:a="http://schemas.openxmlformats.org/drawingml/2006/main">
              <a:ext uri="{FF2B5EF4-FFF2-40B4-BE49-F238E27FC236}">
                <a16:creationId xmlns:a16="http://schemas.microsoft.com/office/drawing/2014/main" id="{5772075D-DD74-46C1-AE93-4F4A8386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10月試行には8月中の要件確定が必要だ</a:t>
            </a:r>
          </a:p>
        </p:txBody>
      </p:sp>
      <p:sp>
        <p:nvSpPr>
          <p:cNvPr id="5" name="rule-44004__s045o005">
            <a:extLst xmlns:a="http://schemas.openxmlformats.org/drawingml/2006/main">
              <a:ext uri="{FF2B5EF4-FFF2-40B4-BE49-F238E27FC236}">
                <a16:creationId xmlns:a16="http://schemas.microsoft.com/office/drawing/2014/main" id="{D046221C-BB8E-496B-9172-AAA51CA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4005__s045o006">
            <a:extLst xmlns:a="http://schemas.openxmlformats.org/drawingml/2006/main">
              <a:ext uri="{FF2B5EF4-FFF2-40B4-BE49-F238E27FC236}">
                <a16:creationId xmlns:a16="http://schemas.microsoft.com/office/drawing/2014/main" id="{BB4334B8-BDC1-404B-8E49-432B0DD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4006__s045o007">
            <a:extLst xmlns:a="http://schemas.openxmlformats.org/drawingml/2006/main">
              <a:ext uri="{FF2B5EF4-FFF2-40B4-BE49-F238E27FC236}">
                <a16:creationId xmlns:a16="http://schemas.microsoft.com/office/drawing/2014/main" id="{DBD3D9F7-18D9-471A-A3CD-5E11E5E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timeline-roadmap  |  process  |  架空データ</a:t>
            </a:r>
          </a:p>
        </p:txBody>
      </p:sp>
      <p:sp>
        <p:nvSpPr>
          <p:cNvPr id="8" name="page-number-44007__s045o008">
            <a:extLst xmlns:a="http://schemas.openxmlformats.org/drawingml/2006/main">
              <a:ext uri="{FF2B5EF4-FFF2-40B4-BE49-F238E27FC236}">
                <a16:creationId xmlns:a16="http://schemas.microsoft.com/office/drawing/2014/main" id="{D890380D-77A8-473F-93CE-0AC01BF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9" name="period-44008__s045o009">
            <a:extLst xmlns:a="http://schemas.openxmlformats.org/drawingml/2006/main">
              <a:ext uri="{FF2B5EF4-FFF2-40B4-BE49-F238E27FC236}">
                <a16:creationId xmlns:a16="http://schemas.microsoft.com/office/drawing/2014/main" id="{B37D58B0-B6B4-4346-9A01-E175A994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0" name="rule-44009__s045o010">
            <a:extLst xmlns:a="http://schemas.openxmlformats.org/drawingml/2006/main">
              <a:ext uri="{FF2B5EF4-FFF2-40B4-BE49-F238E27FC236}">
                <a16:creationId xmlns:a16="http://schemas.microsoft.com/office/drawing/2014/main" id="{163E5807-07C8-40D4-A85F-62CC2A8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eriod-44010__s045o011">
            <a:extLst xmlns:a="http://schemas.openxmlformats.org/drawingml/2006/main">
              <a:ext uri="{FF2B5EF4-FFF2-40B4-BE49-F238E27FC236}">
                <a16:creationId xmlns:a16="http://schemas.microsoft.com/office/drawing/2014/main" id="{C084CDBE-AA95-4146-8C58-5A7339F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2" name="rule-44011__s045o012">
            <a:extLst xmlns:a="http://schemas.openxmlformats.org/drawingml/2006/main">
              <a:ext uri="{FF2B5EF4-FFF2-40B4-BE49-F238E27FC236}">
                <a16:creationId xmlns:a16="http://schemas.microsoft.com/office/drawing/2014/main" id="{A537025E-4122-409C-B810-2D58AA7D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iod-44012__s045o013">
            <a:extLst xmlns:a="http://schemas.openxmlformats.org/drawingml/2006/main">
              <a:ext uri="{FF2B5EF4-FFF2-40B4-BE49-F238E27FC236}">
                <a16:creationId xmlns:a16="http://schemas.microsoft.com/office/drawing/2014/main" id="{42932BD3-283C-4AF6-B519-19B41A9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4" name="rule-44013__s045o014">
            <a:extLst xmlns:a="http://schemas.openxmlformats.org/drawingml/2006/main">
              <a:ext uri="{FF2B5EF4-FFF2-40B4-BE49-F238E27FC236}">
                <a16:creationId xmlns:a16="http://schemas.microsoft.com/office/drawing/2014/main" id="{A8CAA147-FA49-4E16-ACB4-21AEF92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iod-44014__s045o015">
            <a:extLst xmlns:a="http://schemas.openxmlformats.org/drawingml/2006/main">
              <a:ext uri="{FF2B5EF4-FFF2-40B4-BE49-F238E27FC236}">
                <a16:creationId xmlns:a16="http://schemas.microsoft.com/office/drawing/2014/main" id="{94148FA9-7143-4513-925F-504D31F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rule-44015__s045o016">
            <a:extLst xmlns:a="http://schemas.openxmlformats.org/drawingml/2006/main">
              <a:ext uri="{FF2B5EF4-FFF2-40B4-BE49-F238E27FC236}">
                <a16:creationId xmlns:a16="http://schemas.microsoft.com/office/drawing/2014/main" id="{B84BF0F5-B1C7-45ED-93CA-B5BD271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map-row-44016__s045o017">
            <a:extLst xmlns:a="http://schemas.openxmlformats.org/drawingml/2006/main">
              <a:ext uri="{FF2B5EF4-FFF2-40B4-BE49-F238E27FC236}">
                <a16:creationId xmlns:a16="http://schemas.microsoft.com/office/drawing/2014/main" id="{51582A70-80F3-4C0A-941A-E57C82E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要件・設計</a:t>
            </a:r>
          </a:p>
        </p:txBody>
      </p:sp>
      <p:sp>
        <p:nvSpPr>
          <p:cNvPr id="18" name="roadmap-bar-44017__s045o018">
            <a:extLst xmlns:a="http://schemas.openxmlformats.org/drawingml/2006/main">
              <a:ext uri="{FF2B5EF4-FFF2-40B4-BE49-F238E27FC236}">
                <a16:creationId xmlns:a16="http://schemas.microsoft.com/office/drawing/2014/main" id="{5362BB1C-71B5-4853-9C3E-6E7EF4D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row-44018__s045o019">
            <a:extLst xmlns:a="http://schemas.openxmlformats.org/drawingml/2006/main">
              <a:ext uri="{FF2B5EF4-FFF2-40B4-BE49-F238E27FC236}">
                <a16:creationId xmlns:a16="http://schemas.microsoft.com/office/drawing/2014/main" id="{718B0923-839C-4F6C-A5C7-1EE3B99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構築・検証</a:t>
            </a:r>
          </a:p>
        </p:txBody>
      </p:sp>
      <p:sp>
        <p:nvSpPr>
          <p:cNvPr id="20" name="roadmap-bar-44019__s045o020">
            <a:extLst xmlns:a="http://schemas.openxmlformats.org/drawingml/2006/main">
              <a:ext uri="{FF2B5EF4-FFF2-40B4-BE49-F238E27FC236}">
                <a16:creationId xmlns:a16="http://schemas.microsoft.com/office/drawing/2014/main" id="{D2FFE598-E715-4E48-A2C0-C43FA20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14700"/>
            <a:ext cx="28727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admap-row-44020__s045o021">
            <a:extLst xmlns:a="http://schemas.openxmlformats.org/drawingml/2006/main">
              <a:ext uri="{FF2B5EF4-FFF2-40B4-BE49-F238E27FC236}">
                <a16:creationId xmlns:a16="http://schemas.microsoft.com/office/drawing/2014/main" id="{A2E81480-D9D4-41A5-8022-8DBB4675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試行・評価</a:t>
            </a:r>
          </a:p>
        </p:txBody>
      </p:sp>
      <p:sp>
        <p:nvSpPr>
          <p:cNvPr id="22" name="roadmap-bar-44021__s045o022">
            <a:extLst xmlns:a="http://schemas.openxmlformats.org/drawingml/2006/main">
              <a:ext uri="{FF2B5EF4-FFF2-40B4-BE49-F238E27FC236}">
                <a16:creationId xmlns:a16="http://schemas.microsoft.com/office/drawing/2014/main" id="{F6974E9F-0F1C-4FDF-88A9-1B98083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380" y="4286250"/>
            <a:ext cx="3764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llout-44022__s045o023">
            <a:extLst xmlns:a="http://schemas.openxmlformats.org/drawingml/2006/main">
              <a:ext uri="{FF2B5EF4-FFF2-40B4-BE49-F238E27FC236}">
                <a16:creationId xmlns:a16="http://schemas.microsoft.com/office/drawing/2014/main" id="{1F467F81-2502-4C43-81C3-1176AD8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callout-text-44023__s045o024">
            <a:extLst xmlns:a="http://schemas.openxmlformats.org/drawingml/2006/main">
              <a:ext uri="{FF2B5EF4-FFF2-40B4-BE49-F238E27FC236}">
                <a16:creationId xmlns:a16="http://schemas.microsoft.com/office/drawing/2014/main" id="{2983C47E-0D51-4E9D-8976-125F242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意思決定点：8月30日までに設計承認を完了する</a:t>
            </a:r>
          </a:p>
        </p:txBody>
      </p:sp>
    </p:spTree>
    <p:extLst>
      <p:ext uri="{BB962C8B-B14F-4D97-AF65-F5344CB8AC3E}">
        <p14:creationId xmlns:p14="http://schemas.microsoft.com/office/powerpoint/2010/main" val="20169939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6o001"/>
        <p:cNvGrpSpPr/>
        <p:nvPr/>
      </p:nvGrpSpPr>
      <p:grpSpPr>
        <a:xfrm xmlns:a="http://schemas.openxmlformats.org/drawingml/2006/main"/>
      </p:grpSpPr>
      <p:sp>
        <p:nvSpPr>
          <p:cNvPr id="2" name="label-45001__s046o002">
            <a:extLst xmlns:a="http://schemas.openxmlformats.org/drawingml/2006/main">
              <a:ext uri="{FF2B5EF4-FFF2-40B4-BE49-F238E27FC236}">
                <a16:creationId xmlns:a16="http://schemas.microsoft.com/office/drawing/2014/main" id="{D9FAAFF0-9956-4AB9-9C8A-350C31A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5002__s046o003">
            <a:extLst xmlns:a="http://schemas.openxmlformats.org/drawingml/2006/main">
              <a:ext uri="{FF2B5EF4-FFF2-40B4-BE49-F238E27FC236}">
                <a16:creationId xmlns:a16="http://schemas.microsoft.com/office/drawing/2014/main" id="{7D1F9379-F5EE-421F-B99D-F4F152D1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マイルストーン</a:t>
            </a:r>
          </a:p>
        </p:txBody>
      </p:sp>
      <p:sp>
        <p:nvSpPr>
          <p:cNvPr id="4" name="title-45003__s046o004">
            <a:extLst xmlns:a="http://schemas.openxmlformats.org/drawingml/2006/main">
              <a:ext uri="{FF2B5EF4-FFF2-40B4-BE49-F238E27FC236}">
                <a16:creationId xmlns:a16="http://schemas.microsoft.com/office/drawing/2014/main" id="{6A2C8BBF-D383-4666-BE4F-F8DAB87D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四つの節目で試行の継続可否を判断する</a:t>
            </a:r>
          </a:p>
        </p:txBody>
      </p:sp>
      <p:sp>
        <p:nvSpPr>
          <p:cNvPr id="5" name="rule-45004__s046o005">
            <a:extLst xmlns:a="http://schemas.openxmlformats.org/drawingml/2006/main">
              <a:ext uri="{FF2B5EF4-FFF2-40B4-BE49-F238E27FC236}">
                <a16:creationId xmlns:a16="http://schemas.microsoft.com/office/drawing/2014/main" id="{58EF32F5-D664-44E7-A221-FF208053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5005__s046o006">
            <a:extLst xmlns:a="http://schemas.openxmlformats.org/drawingml/2006/main">
              <a:ext uri="{FF2B5EF4-FFF2-40B4-BE49-F238E27FC236}">
                <a16:creationId xmlns:a16="http://schemas.microsoft.com/office/drawing/2014/main" id="{39A0A5B5-B5B2-4841-B836-10D6B02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5006__s046o007">
            <a:extLst xmlns:a="http://schemas.openxmlformats.org/drawingml/2006/main">
              <a:ext uri="{FF2B5EF4-FFF2-40B4-BE49-F238E27FC236}">
                <a16:creationId xmlns:a16="http://schemas.microsoft.com/office/drawing/2014/main" id="{D85F2852-3B91-47C6-89EF-6AE8193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timeline-milestones  |  process  |  架空データ</a:t>
            </a:r>
          </a:p>
        </p:txBody>
      </p:sp>
      <p:sp>
        <p:nvSpPr>
          <p:cNvPr id="8" name="page-number-45007__s046o008">
            <a:extLst xmlns:a="http://schemas.openxmlformats.org/drawingml/2006/main">
              <a:ext uri="{FF2B5EF4-FFF2-40B4-BE49-F238E27FC236}">
                <a16:creationId xmlns:a16="http://schemas.microsoft.com/office/drawing/2014/main" id="{2FFD3F0E-9D46-4B36-88E9-C44D071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9" name="rule-45008__s046o009">
            <a:extLst xmlns:a="http://schemas.openxmlformats.org/drawingml/2006/main">
              <a:ext uri="{FF2B5EF4-FFF2-40B4-BE49-F238E27FC236}">
                <a16:creationId xmlns:a16="http://schemas.microsoft.com/office/drawing/2014/main" id="{D6EADFCE-6ACA-4E2E-9435-9B9370D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tone-45009__s046o010">
            <a:extLst xmlns:a="http://schemas.openxmlformats.org/drawingml/2006/main">
              <a:ext uri="{FF2B5EF4-FFF2-40B4-BE49-F238E27FC236}">
                <a16:creationId xmlns:a16="http://schemas.microsoft.com/office/drawing/2014/main" id="{E10B2B68-2299-414A-AAF0-A792C9E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lestone-date-45010__s046o011">
            <a:extLst xmlns:a="http://schemas.openxmlformats.org/drawingml/2006/main">
              <a:ext uri="{FF2B5EF4-FFF2-40B4-BE49-F238E27FC236}">
                <a16:creationId xmlns:a16="http://schemas.microsoft.com/office/drawing/2014/main" id="{006736D7-128A-4D9B-A419-DC35CB44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8/08</a:t>
            </a:r>
          </a:p>
        </p:txBody>
      </p:sp>
      <p:sp>
        <p:nvSpPr>
          <p:cNvPr id="12" name="milestone-label-45011__s046o012">
            <a:extLst xmlns:a="http://schemas.openxmlformats.org/drawingml/2006/main">
              <a:ext uri="{FF2B5EF4-FFF2-40B4-BE49-F238E27FC236}">
                <a16:creationId xmlns:a16="http://schemas.microsoft.com/office/drawing/2014/main" id="{D1095E37-5EA5-4E99-890C-AB333F8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576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要件確定</a:t>
            </a:r>
          </a:p>
        </p:txBody>
      </p:sp>
      <p:sp>
        <p:nvSpPr>
          <p:cNvPr id="13" name="milestone-45012__s046o013">
            <a:extLst xmlns:a="http://schemas.openxmlformats.org/drawingml/2006/main">
              <a:ext uri="{FF2B5EF4-FFF2-40B4-BE49-F238E27FC236}">
                <a16:creationId xmlns:a16="http://schemas.microsoft.com/office/drawing/2014/main" id="{13992DD4-B15D-4202-92A8-D6003E41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lestone-date-45013__s046o014">
            <a:extLst xmlns:a="http://schemas.openxmlformats.org/drawingml/2006/main">
              <a:ext uri="{FF2B5EF4-FFF2-40B4-BE49-F238E27FC236}">
                <a16:creationId xmlns:a16="http://schemas.microsoft.com/office/drawing/2014/main" id="{321AC1EE-5CDA-4B59-8E39-FA8D60E8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8/29</a:t>
            </a:r>
          </a:p>
        </p:txBody>
      </p:sp>
      <p:sp>
        <p:nvSpPr>
          <p:cNvPr id="15" name="milestone-label-45014__s046o015">
            <a:extLst xmlns:a="http://schemas.openxmlformats.org/drawingml/2006/main">
              <a:ext uri="{FF2B5EF4-FFF2-40B4-BE49-F238E27FC236}">
                <a16:creationId xmlns:a16="http://schemas.microsoft.com/office/drawing/2014/main" id="{543CEAB8-6621-48D5-8D92-1FF38D6C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設計承認</a:t>
            </a:r>
          </a:p>
        </p:txBody>
      </p:sp>
      <p:sp>
        <p:nvSpPr>
          <p:cNvPr id="16" name="milestone-45015__s046o016">
            <a:extLst xmlns:a="http://schemas.openxmlformats.org/drawingml/2006/main">
              <a:ext uri="{FF2B5EF4-FFF2-40B4-BE49-F238E27FC236}">
                <a16:creationId xmlns:a16="http://schemas.microsoft.com/office/drawing/2014/main" id="{B55AA85F-FC42-4A90-9407-728AC62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lestone-date-45016__s046o017">
            <a:extLst xmlns:a="http://schemas.openxmlformats.org/drawingml/2006/main">
              <a:ext uri="{FF2B5EF4-FFF2-40B4-BE49-F238E27FC236}">
                <a16:creationId xmlns:a16="http://schemas.microsoft.com/office/drawing/2014/main" id="{BD3BA70A-4D65-4E96-A110-CB3E928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9/19</a:t>
            </a:r>
          </a:p>
        </p:txBody>
      </p:sp>
      <p:sp>
        <p:nvSpPr>
          <p:cNvPr id="18" name="milestone-label-45017__s046o018">
            <a:extLst xmlns:a="http://schemas.openxmlformats.org/drawingml/2006/main">
              <a:ext uri="{FF2B5EF4-FFF2-40B4-BE49-F238E27FC236}">
                <a16:creationId xmlns:a16="http://schemas.microsoft.com/office/drawing/2014/main" id="{1439D9C0-EBA5-4B90-AD02-8130FA6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検証完了</a:t>
            </a:r>
          </a:p>
        </p:txBody>
      </p:sp>
      <p:sp>
        <p:nvSpPr>
          <p:cNvPr id="19" name="milestone-45018__s046o019">
            <a:extLst xmlns:a="http://schemas.openxmlformats.org/drawingml/2006/main">
              <a:ext uri="{FF2B5EF4-FFF2-40B4-BE49-F238E27FC236}">
                <a16:creationId xmlns:a16="http://schemas.microsoft.com/office/drawing/2014/main" id="{2717946A-A20A-43FF-8447-1C22DE1B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lestone-date-45019__s046o020">
            <a:extLst xmlns:a="http://schemas.openxmlformats.org/drawingml/2006/main">
              <a:ext uri="{FF2B5EF4-FFF2-40B4-BE49-F238E27FC236}">
                <a16:creationId xmlns:a16="http://schemas.microsoft.com/office/drawing/2014/main" id="{AED6C5B7-BFDC-46C6-A443-E80F424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F4A34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4A340"/>
                </a:solidFill>
                <a:latin typeface="Yu Gothic"/>
                <a:ea typeface="Yu Gothic"/>
                <a:cs typeface="Yu Gothic"/>
              </a:rPr>
              <a:t>10/01</a:t>
            </a:r>
          </a:p>
        </p:txBody>
      </p:sp>
      <p:sp>
        <p:nvSpPr>
          <p:cNvPr id="21" name="milestone-label-45020__s046o021">
            <a:extLst xmlns:a="http://schemas.openxmlformats.org/drawingml/2006/main">
              <a:ext uri="{FF2B5EF4-FFF2-40B4-BE49-F238E27FC236}">
                <a16:creationId xmlns:a16="http://schemas.microsoft.com/office/drawing/2014/main" id="{CF89C01B-35E2-4E1C-BFC3-8048838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試行開始</a:t>
            </a:r>
          </a:p>
        </p:txBody>
      </p:sp>
      <p:sp>
        <p:nvSpPr>
          <p:cNvPr id="22" name="callout-45021__s046o022">
            <a:extLst xmlns:a="http://schemas.openxmlformats.org/drawingml/2006/main">
              <a:ext uri="{FF2B5EF4-FFF2-40B4-BE49-F238E27FC236}">
                <a16:creationId xmlns:a16="http://schemas.microsoft.com/office/drawing/2014/main" id="{AF55CD6F-45DF-44AD-8E80-7A46D75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96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callout-text-45022__s046o023">
            <a:extLst xmlns:a="http://schemas.openxmlformats.org/drawingml/2006/main">
              <a:ext uri="{FF2B5EF4-FFF2-40B4-BE49-F238E27FC236}">
                <a16:creationId xmlns:a16="http://schemas.microsoft.com/office/drawing/2014/main" id="{005898AC-4F0B-4CF0-9E50-634EC27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746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各節目で品質基準を満たさなければ、次工程へ進めない</a:t>
            </a:r>
          </a:p>
        </p:txBody>
      </p:sp>
    </p:spTree>
    <p:extLst>
      <p:ext uri="{BB962C8B-B14F-4D97-AF65-F5344CB8AC3E}">
        <p14:creationId xmlns:p14="http://schemas.microsoft.com/office/powerpoint/2010/main" val="144684814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7o001"/>
        <p:cNvGrpSpPr/>
        <p:nvPr/>
      </p:nvGrpSpPr>
      <p:grpSpPr>
        <a:xfrm xmlns:a="http://schemas.openxmlformats.org/drawingml/2006/main"/>
      </p:grpSpPr>
      <p:sp>
        <p:nvSpPr>
          <p:cNvPr id="2" name="label-46001__s047o002">
            <a:extLst xmlns:a="http://schemas.openxmlformats.org/drawingml/2006/main">
              <a:ext uri="{FF2B5EF4-FFF2-40B4-BE49-F238E27FC236}">
                <a16:creationId xmlns:a16="http://schemas.microsoft.com/office/drawing/2014/main" id="{1F440D2C-B728-4B22-AEEE-C284C60F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6002__s047o003">
            <a:extLst xmlns:a="http://schemas.openxmlformats.org/drawingml/2006/main">
              <a:ext uri="{FF2B5EF4-FFF2-40B4-BE49-F238E27FC236}">
                <a16:creationId xmlns:a16="http://schemas.microsoft.com/office/drawing/2014/main" id="{2D3C046F-3194-41AE-9852-44868604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簡易ガント</a:t>
            </a:r>
          </a:p>
        </p:txBody>
      </p:sp>
      <p:sp>
        <p:nvSpPr>
          <p:cNvPr id="4" name="title-46003__s047o004">
            <a:extLst xmlns:a="http://schemas.openxmlformats.org/drawingml/2006/main">
              <a:ext uri="{FF2B5EF4-FFF2-40B4-BE49-F238E27FC236}">
                <a16:creationId xmlns:a16="http://schemas.microsoft.com/office/drawing/2014/main" id="{B1FDFB2C-1123-4F86-9B6F-5204EFD9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三つの作業系列を並行し、10月開始へつなげる</a:t>
            </a:r>
          </a:p>
        </p:txBody>
      </p:sp>
      <p:sp>
        <p:nvSpPr>
          <p:cNvPr id="5" name="rule-46004__s047o005">
            <a:extLst xmlns:a="http://schemas.openxmlformats.org/drawingml/2006/main">
              <a:ext uri="{FF2B5EF4-FFF2-40B4-BE49-F238E27FC236}">
                <a16:creationId xmlns:a16="http://schemas.microsoft.com/office/drawing/2014/main" id="{D597462C-304A-46A9-AD9F-DA07B265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6005__s047o006">
            <a:extLst xmlns:a="http://schemas.openxmlformats.org/drawingml/2006/main">
              <a:ext uri="{FF2B5EF4-FFF2-40B4-BE49-F238E27FC236}">
                <a16:creationId xmlns:a16="http://schemas.microsoft.com/office/drawing/2014/main" id="{78A0E353-5C30-4DBC-8B1D-BDDB904C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6006__s047o007">
            <a:extLst xmlns:a="http://schemas.openxmlformats.org/drawingml/2006/main">
              <a:ext uri="{FF2B5EF4-FFF2-40B4-BE49-F238E27FC236}">
                <a16:creationId xmlns:a16="http://schemas.microsoft.com/office/drawing/2014/main" id="{C2E1D489-6BF2-4DBE-8A31-816319F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timeline-gantt  |  process  |  架空データ</a:t>
            </a:r>
          </a:p>
        </p:txBody>
      </p:sp>
      <p:sp>
        <p:nvSpPr>
          <p:cNvPr id="8" name="page-number-46007__s047o008">
            <a:extLst xmlns:a="http://schemas.openxmlformats.org/drawingml/2006/main">
              <a:ext uri="{FF2B5EF4-FFF2-40B4-BE49-F238E27FC236}">
                <a16:creationId xmlns:a16="http://schemas.microsoft.com/office/drawing/2014/main" id="{43AE33A0-5077-4C8D-BC8F-C24656D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9" name="period-46008__s047o009">
            <a:extLst xmlns:a="http://schemas.openxmlformats.org/drawingml/2006/main">
              <a:ext uri="{FF2B5EF4-FFF2-40B4-BE49-F238E27FC236}">
                <a16:creationId xmlns:a16="http://schemas.microsoft.com/office/drawing/2014/main" id="{55498FBA-2C2F-40DD-8467-23E4DBC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0" name="rule-46009__s047o010">
            <a:extLst xmlns:a="http://schemas.openxmlformats.org/drawingml/2006/main">
              <a:ext uri="{FF2B5EF4-FFF2-40B4-BE49-F238E27FC236}">
                <a16:creationId xmlns:a16="http://schemas.microsoft.com/office/drawing/2014/main" id="{31017C11-F7FF-4C6E-9570-686F412D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eriod-46010__s047o011">
            <a:extLst xmlns:a="http://schemas.openxmlformats.org/drawingml/2006/main">
              <a:ext uri="{FF2B5EF4-FFF2-40B4-BE49-F238E27FC236}">
                <a16:creationId xmlns:a16="http://schemas.microsoft.com/office/drawing/2014/main" id="{045BC0EC-DD2D-49DE-8CBE-46CEAF2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2" name="rule-46011__s047o012">
            <a:extLst xmlns:a="http://schemas.openxmlformats.org/drawingml/2006/main">
              <a:ext uri="{FF2B5EF4-FFF2-40B4-BE49-F238E27FC236}">
                <a16:creationId xmlns:a16="http://schemas.microsoft.com/office/drawing/2014/main" id="{161C8BC9-F181-435C-A267-16DE604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iod-46012__s047o013">
            <a:extLst xmlns:a="http://schemas.openxmlformats.org/drawingml/2006/main">
              <a:ext uri="{FF2B5EF4-FFF2-40B4-BE49-F238E27FC236}">
                <a16:creationId xmlns:a16="http://schemas.microsoft.com/office/drawing/2014/main" id="{E4E8695E-CAD5-478C-B4E3-0CE0E8E5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4" name="rule-46013__s047o014">
            <a:extLst xmlns:a="http://schemas.openxmlformats.org/drawingml/2006/main">
              <a:ext uri="{FF2B5EF4-FFF2-40B4-BE49-F238E27FC236}">
                <a16:creationId xmlns:a16="http://schemas.microsoft.com/office/drawing/2014/main" id="{3EDB71B3-0B4C-469E-9883-946A41A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iod-46014__s047o015">
            <a:extLst xmlns:a="http://schemas.openxmlformats.org/drawingml/2006/main">
              <a:ext uri="{FF2B5EF4-FFF2-40B4-BE49-F238E27FC236}">
                <a16:creationId xmlns:a16="http://schemas.microsoft.com/office/drawing/2014/main" id="{FE546F64-1849-4AC6-A0F4-6BC97191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rule-46015__s047o016">
            <a:extLst xmlns:a="http://schemas.openxmlformats.org/drawingml/2006/main">
              <a:ext uri="{FF2B5EF4-FFF2-40B4-BE49-F238E27FC236}">
                <a16:creationId xmlns:a16="http://schemas.microsoft.com/office/drawing/2014/main" id="{F0B2B332-A2CE-418B-8B11-F3CADFD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map-row-46016__s047o017">
            <a:extLst xmlns:a="http://schemas.openxmlformats.org/drawingml/2006/main">
              <a:ext uri="{FF2B5EF4-FFF2-40B4-BE49-F238E27FC236}">
                <a16:creationId xmlns:a16="http://schemas.microsoft.com/office/drawing/2014/main" id="{DF6DC2A4-3934-4849-BD34-18C958A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要件・設計</a:t>
            </a:r>
          </a:p>
        </p:txBody>
      </p:sp>
      <p:sp>
        <p:nvSpPr>
          <p:cNvPr id="18" name="roadmap-bar-46017__s047o018">
            <a:extLst xmlns:a="http://schemas.openxmlformats.org/drawingml/2006/main">
              <a:ext uri="{FF2B5EF4-FFF2-40B4-BE49-F238E27FC236}">
                <a16:creationId xmlns:a16="http://schemas.microsoft.com/office/drawing/2014/main" id="{6EB4E387-4A88-4661-8066-4538AFB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row-46018__s047o019">
            <a:extLst xmlns:a="http://schemas.openxmlformats.org/drawingml/2006/main">
              <a:ext uri="{FF2B5EF4-FFF2-40B4-BE49-F238E27FC236}">
                <a16:creationId xmlns:a16="http://schemas.microsoft.com/office/drawing/2014/main" id="{30302BCD-C49B-4E8F-8CD0-F19CAC6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構築・検証</a:t>
            </a:r>
          </a:p>
        </p:txBody>
      </p:sp>
      <p:sp>
        <p:nvSpPr>
          <p:cNvPr id="20" name="roadmap-bar-46019__s047o020">
            <a:extLst xmlns:a="http://schemas.openxmlformats.org/drawingml/2006/main">
              <a:ext uri="{FF2B5EF4-FFF2-40B4-BE49-F238E27FC236}">
                <a16:creationId xmlns:a16="http://schemas.microsoft.com/office/drawing/2014/main" id="{38CDD87A-CA97-469D-B366-0129E70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14700"/>
            <a:ext cx="28727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admap-row-46020__s047o021">
            <a:extLst xmlns:a="http://schemas.openxmlformats.org/drawingml/2006/main">
              <a:ext uri="{FF2B5EF4-FFF2-40B4-BE49-F238E27FC236}">
                <a16:creationId xmlns:a16="http://schemas.microsoft.com/office/drawing/2014/main" id="{1988D3A0-FA88-42FA-BF7A-2C6A4FB8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試行・評価</a:t>
            </a:r>
          </a:p>
        </p:txBody>
      </p:sp>
      <p:sp>
        <p:nvSpPr>
          <p:cNvPr id="22" name="roadmap-bar-46021__s047o022">
            <a:extLst xmlns:a="http://schemas.openxmlformats.org/drawingml/2006/main">
              <a:ext uri="{FF2B5EF4-FFF2-40B4-BE49-F238E27FC236}">
                <a16:creationId xmlns:a16="http://schemas.microsoft.com/office/drawing/2014/main" id="{0A6C5B84-2566-4656-B251-7274F530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380" y="4286250"/>
            <a:ext cx="3764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llout-46022__s047o023">
            <a:extLst xmlns:a="http://schemas.openxmlformats.org/drawingml/2006/main">
              <a:ext uri="{FF2B5EF4-FFF2-40B4-BE49-F238E27FC236}">
                <a16:creationId xmlns:a16="http://schemas.microsoft.com/office/drawing/2014/main" id="{35562418-2E41-4408-AE68-72C5C12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callout-text-46023__s047o024">
            <a:extLst xmlns:a="http://schemas.openxmlformats.org/drawingml/2006/main">
              <a:ext uri="{FF2B5EF4-FFF2-40B4-BE49-F238E27FC236}">
                <a16:creationId xmlns:a16="http://schemas.microsoft.com/office/drawing/2014/main" id="{040BE95A-0395-43D9-9869-A870AA99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意思決定点：8月30日までに設計承認を完了する</a:t>
            </a:r>
          </a:p>
        </p:txBody>
      </p:sp>
    </p:spTree>
    <p:extLst>
      <p:ext uri="{BB962C8B-B14F-4D97-AF65-F5344CB8AC3E}">
        <p14:creationId xmlns:p14="http://schemas.microsoft.com/office/powerpoint/2010/main" val="15749324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8o001"/>
        <p:cNvGrpSpPr/>
        <p:nvPr/>
      </p:nvGrpSpPr>
      <p:grpSpPr>
        <a:xfrm xmlns:a="http://schemas.openxmlformats.org/drawingml/2006/main"/>
      </p:grpSpPr>
      <p:sp>
        <p:nvSpPr>
          <p:cNvPr id="2" name="label-47001__s048o002">
            <a:extLst xmlns:a="http://schemas.openxmlformats.org/drawingml/2006/main">
              <a:ext uri="{FF2B5EF4-FFF2-40B4-BE49-F238E27FC236}">
                <a16:creationId xmlns:a16="http://schemas.microsoft.com/office/drawing/2014/main" id="{91F0F714-8B48-4988-B421-AA4992FB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7002__s048o003">
            <a:extLst xmlns:a="http://schemas.openxmlformats.org/drawingml/2006/main">
              <a:ext uri="{FF2B5EF4-FFF2-40B4-BE49-F238E27FC236}">
                <a16:creationId xmlns:a16="http://schemas.microsoft.com/office/drawing/2014/main" id="{0B0D48B8-9B0C-494F-8247-EDDB93B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階層ピラミッド</a:t>
            </a:r>
          </a:p>
        </p:txBody>
      </p:sp>
      <p:sp>
        <p:nvSpPr>
          <p:cNvPr id="4" name="title-47003__s048o004">
            <a:extLst xmlns:a="http://schemas.openxmlformats.org/drawingml/2006/main">
              <a:ext uri="{FF2B5EF4-FFF2-40B4-BE49-F238E27FC236}">
                <a16:creationId xmlns:a16="http://schemas.microsoft.com/office/drawing/2014/main" id="{4A9B2AF4-5CDE-498B-9BDF-EEAE444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目的から実装を四層に分け、判断を一貫させる</a:t>
            </a:r>
          </a:p>
        </p:txBody>
      </p:sp>
      <p:sp>
        <p:nvSpPr>
          <p:cNvPr id="5" name="rule-47004__s048o005">
            <a:extLst xmlns:a="http://schemas.openxmlformats.org/drawingml/2006/main">
              <a:ext uri="{FF2B5EF4-FFF2-40B4-BE49-F238E27FC236}">
                <a16:creationId xmlns:a16="http://schemas.microsoft.com/office/drawing/2014/main" id="{7EBE0EA3-A26F-479F-8631-7ACFB47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7005__s048o006">
            <a:extLst xmlns:a="http://schemas.openxmlformats.org/drawingml/2006/main">
              <a:ext uri="{FF2B5EF4-FFF2-40B4-BE49-F238E27FC236}">
                <a16:creationId xmlns:a16="http://schemas.microsoft.com/office/drawing/2014/main" id="{0256FC00-29E5-45DF-95EF-FA35966D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7006__s048o007">
            <a:extLst xmlns:a="http://schemas.openxmlformats.org/drawingml/2006/main">
              <a:ext uri="{FF2B5EF4-FFF2-40B4-BE49-F238E27FC236}">
                <a16:creationId xmlns:a16="http://schemas.microsoft.com/office/drawing/2014/main" id="{969BDF17-41C9-4E05-9397-0850B4D3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hierarchy-pyramid  |  process  |  架空データ</a:t>
            </a:r>
          </a:p>
        </p:txBody>
      </p:sp>
      <p:sp>
        <p:nvSpPr>
          <p:cNvPr id="8" name="page-number-47007__s048o008">
            <a:extLst xmlns:a="http://schemas.openxmlformats.org/drawingml/2006/main">
              <a:ext uri="{FF2B5EF4-FFF2-40B4-BE49-F238E27FC236}">
                <a16:creationId xmlns:a16="http://schemas.microsoft.com/office/drawing/2014/main" id="{E66CB889-CE72-4393-832A-F1AA4FEB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9" name="pyramid-level-47008__s048o009">
            <a:extLst xmlns:a="http://schemas.openxmlformats.org/drawingml/2006/main">
              <a:ext uri="{FF2B5EF4-FFF2-40B4-BE49-F238E27FC236}">
                <a16:creationId xmlns:a16="http://schemas.microsoft.com/office/drawing/2014/main" id="{06FFAA7F-5746-4011-9F40-3286C25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764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yramid-label-47009__s048o010">
            <a:extLst xmlns:a="http://schemas.openxmlformats.org/drawingml/2006/main">
              <a:ext uri="{FF2B5EF4-FFF2-40B4-BE49-F238E27FC236}">
                <a16:creationId xmlns:a16="http://schemas.microsoft.com/office/drawing/2014/main" id="{20661CB0-A57A-455D-98FE-C720EB7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pyramid-body-47010__s048o011">
            <a:extLst xmlns:a="http://schemas.openxmlformats.org/drawingml/2006/main">
              <a:ext uri="{FF2B5EF4-FFF2-40B4-BE49-F238E27FC236}">
                <a16:creationId xmlns:a16="http://schemas.microsoft.com/office/drawing/2014/main" id="{833164B4-097B-44A3-9901-A47EFFE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迅速で説明可能な影響調査</a:t>
            </a:r>
          </a:p>
        </p:txBody>
      </p:sp>
      <p:sp>
        <p:nvSpPr>
          <p:cNvPr id="12" name="pyramid-level-47011__s048o012">
            <a:extLst xmlns:a="http://schemas.openxmlformats.org/drawingml/2006/main">
              <a:ext uri="{FF2B5EF4-FFF2-40B4-BE49-F238E27FC236}">
                <a16:creationId xmlns:a16="http://schemas.microsoft.com/office/drawing/2014/main" id="{370AC8B7-1D50-4229-88A4-B46AC589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yramid-label-47012__s048o013">
            <a:extLst xmlns:a="http://schemas.openxmlformats.org/drawingml/2006/main">
              <a:ext uri="{FF2B5EF4-FFF2-40B4-BE49-F238E27FC236}">
                <a16:creationId xmlns:a16="http://schemas.microsoft.com/office/drawing/2014/main" id="{2C406F86-FB19-44D0-A9C0-8FDB980D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原則</a:t>
            </a:r>
          </a:p>
        </p:txBody>
      </p:sp>
      <p:sp>
        <p:nvSpPr>
          <p:cNvPr id="14" name="pyramid-body-47013__s048o014">
            <a:extLst xmlns:a="http://schemas.openxmlformats.org/drawingml/2006/main">
              <a:ext uri="{FF2B5EF4-FFF2-40B4-BE49-F238E27FC236}">
                <a16:creationId xmlns:a16="http://schemas.microsoft.com/office/drawing/2014/main" id="{772EA7D6-3268-4FC1-AEFD-63315ED4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探索と照合を分離</a:t>
            </a:r>
          </a:p>
        </p:txBody>
      </p:sp>
      <p:sp>
        <p:nvSpPr>
          <p:cNvPr id="15" name="pyramid-level-47014__s048o015">
            <a:extLst xmlns:a="http://schemas.openxmlformats.org/drawingml/2006/main">
              <a:ext uri="{FF2B5EF4-FFF2-40B4-BE49-F238E27FC236}">
                <a16:creationId xmlns:a16="http://schemas.microsoft.com/office/drawing/2014/main" id="{D54DC8BE-5B45-403A-871D-FAB5527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yramid-label-47015__s048o016">
            <a:extLst xmlns:a="http://schemas.openxmlformats.org/drawingml/2006/main">
              <a:ext uri="{FF2B5EF4-FFF2-40B4-BE49-F238E27FC236}">
                <a16:creationId xmlns:a16="http://schemas.microsoft.com/office/drawing/2014/main" id="{15035550-38A7-4824-945E-174EEA68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052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標準</a:t>
            </a:r>
          </a:p>
        </p:txBody>
      </p:sp>
      <p:sp>
        <p:nvSpPr>
          <p:cNvPr id="17" name="pyramid-body-47016__s048o017">
            <a:extLst xmlns:a="http://schemas.openxmlformats.org/drawingml/2006/main">
              <a:ext uri="{FF2B5EF4-FFF2-40B4-BE49-F238E27FC236}">
                <a16:creationId xmlns:a16="http://schemas.microsoft.com/office/drawing/2014/main" id="{8B980EAE-6104-4B76-9335-6680D155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入力・証跡・判定条件</a:t>
            </a:r>
          </a:p>
        </p:txBody>
      </p:sp>
      <p:sp>
        <p:nvSpPr>
          <p:cNvPr id="18" name="pyramid-level-47017__s048o018">
            <a:extLst xmlns:a="http://schemas.openxmlformats.org/drawingml/2006/main">
              <a:ext uri="{FF2B5EF4-FFF2-40B4-BE49-F238E27FC236}">
                <a16:creationId xmlns:a16="http://schemas.microsoft.com/office/drawing/2014/main" id="{6ECC7B56-72DB-41F1-AE1F-DEC083D9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yramid-label-47018__s048o019">
            <a:extLst xmlns:a="http://schemas.openxmlformats.org/drawingml/2006/main">
              <a:ext uri="{FF2B5EF4-FFF2-40B4-BE49-F238E27FC236}">
                <a16:creationId xmlns:a16="http://schemas.microsoft.com/office/drawing/2014/main" id="{6EA17DC0-AFB2-4F68-BB42-41326C9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96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実装</a:t>
            </a:r>
          </a:p>
        </p:txBody>
      </p:sp>
      <p:sp>
        <p:nvSpPr>
          <p:cNvPr id="20" name="pyramid-body-47019__s048o020">
            <a:extLst xmlns:a="http://schemas.openxmlformats.org/drawingml/2006/main">
              <a:ext uri="{FF2B5EF4-FFF2-40B4-BE49-F238E27FC236}">
                <a16:creationId xmlns:a16="http://schemas.microsoft.com/office/drawing/2014/main" id="{6298E81E-583F-41FD-8D23-3A4CDA6B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カタログ・検査・承認</a:t>
            </a:r>
          </a:p>
        </p:txBody>
      </p:sp>
      <p:sp>
        <p:nvSpPr>
          <p:cNvPr id="21" name="callout-47020__s048o021">
            <a:extLst xmlns:a="http://schemas.openxmlformats.org/drawingml/2006/main">
              <a:ext uri="{FF2B5EF4-FFF2-40B4-BE49-F238E27FC236}">
                <a16:creationId xmlns:a16="http://schemas.microsoft.com/office/drawing/2014/main" id="{864656A8-2590-4D38-BA20-F86BA0FC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callout-text-47021__s048o022">
            <a:extLst xmlns:a="http://schemas.openxmlformats.org/drawingml/2006/main">
              <a:ext uri="{FF2B5EF4-FFF2-40B4-BE49-F238E27FC236}">
                <a16:creationId xmlns:a16="http://schemas.microsoft.com/office/drawing/2014/main" id="{56C15A8A-D037-4230-AB1C-5DFA256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6260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土台：共通語彙と責任分担</a:t>
            </a:r>
          </a:p>
        </p:txBody>
      </p:sp>
    </p:spTree>
    <p:extLst>
      <p:ext uri="{BB962C8B-B14F-4D97-AF65-F5344CB8AC3E}">
        <p14:creationId xmlns:p14="http://schemas.microsoft.com/office/powerpoint/2010/main" val="1864345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49o001"/>
        <p:cNvGrpSpPr/>
        <p:nvPr/>
      </p:nvGrpSpPr>
      <p:grpSpPr>
        <a:xfrm xmlns:a="http://schemas.openxmlformats.org/drawingml/2006/main"/>
      </p:grpSpPr>
      <p:sp>
        <p:nvSpPr>
          <p:cNvPr id="2" name="label-48001__s049o002">
            <a:extLst xmlns:a="http://schemas.openxmlformats.org/drawingml/2006/main">
              <a:ext uri="{FF2B5EF4-FFF2-40B4-BE49-F238E27FC236}">
                <a16:creationId xmlns:a16="http://schemas.microsoft.com/office/drawing/2014/main" id="{317E61C3-AF5E-4B59-A77B-EA368CAE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8002__s049o003">
            <a:extLst xmlns:a="http://schemas.openxmlformats.org/drawingml/2006/main">
              <a:ext uri="{FF2B5EF4-FFF2-40B4-BE49-F238E27FC236}">
                <a16:creationId xmlns:a16="http://schemas.microsoft.com/office/drawing/2014/main" id="{305A5DB1-EAC0-4CCD-984B-6F63A95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絞り込みファネル</a:t>
            </a:r>
          </a:p>
        </p:txBody>
      </p:sp>
      <p:sp>
        <p:nvSpPr>
          <p:cNvPr id="4" name="title-48003__s049o004">
            <a:extLst xmlns:a="http://schemas.openxmlformats.org/drawingml/2006/main">
              <a:ext uri="{FF2B5EF4-FFF2-40B4-BE49-F238E27FC236}">
                <a16:creationId xmlns:a16="http://schemas.microsoft.com/office/drawing/2014/main" id="{6BC98737-8F9C-4786-BB39-7F569D6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候補100件から試行対象20件を透明に選ぶ</a:t>
            </a:r>
          </a:p>
        </p:txBody>
      </p:sp>
      <p:sp>
        <p:nvSpPr>
          <p:cNvPr id="5" name="rule-48004__s049o005">
            <a:extLst xmlns:a="http://schemas.openxmlformats.org/drawingml/2006/main">
              <a:ext uri="{FF2B5EF4-FFF2-40B4-BE49-F238E27FC236}">
                <a16:creationId xmlns:a16="http://schemas.microsoft.com/office/drawing/2014/main" id="{F6F7FBB0-EE4B-4902-B1E7-5C03856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8005__s049o006">
            <a:extLst xmlns:a="http://schemas.openxmlformats.org/drawingml/2006/main">
              <a:ext uri="{FF2B5EF4-FFF2-40B4-BE49-F238E27FC236}">
                <a16:creationId xmlns:a16="http://schemas.microsoft.com/office/drawing/2014/main" id="{937D1FF4-F68C-4CFD-AD18-25DA43A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8006__s049o007">
            <a:extLst xmlns:a="http://schemas.openxmlformats.org/drawingml/2006/main">
              <a:ext uri="{FF2B5EF4-FFF2-40B4-BE49-F238E27FC236}">
                <a16:creationId xmlns:a16="http://schemas.microsoft.com/office/drawing/2014/main" id="{AD2CE4AE-158B-468A-A788-BE9B07A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funnel  |  process  |  架空データ</a:t>
            </a:r>
          </a:p>
        </p:txBody>
      </p:sp>
      <p:sp>
        <p:nvSpPr>
          <p:cNvPr id="8" name="page-number-48007__s049o008">
            <a:extLst xmlns:a="http://schemas.openxmlformats.org/drawingml/2006/main">
              <a:ext uri="{FF2B5EF4-FFF2-40B4-BE49-F238E27FC236}">
                <a16:creationId xmlns:a16="http://schemas.microsoft.com/office/drawing/2014/main" id="{AB73709D-EA70-4D6B-80FA-942495BD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9" name="funnel-stage-48008__s049o009">
            <a:extLst xmlns:a="http://schemas.openxmlformats.org/drawingml/2006/main">
              <a:ext uri="{FF2B5EF4-FFF2-40B4-BE49-F238E27FC236}">
                <a16:creationId xmlns:a16="http://schemas.microsoft.com/office/drawing/2014/main" id="{82FEA9E3-278E-4590-B4AE-1F57FF57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unnel-label-48009__s049o010">
            <a:extLst xmlns:a="http://schemas.openxmlformats.org/drawingml/2006/main">
              <a:ext uri="{FF2B5EF4-FFF2-40B4-BE49-F238E27FC236}">
                <a16:creationId xmlns:a16="http://schemas.microsoft.com/office/drawing/2014/main" id="{9BCFE7D5-1C32-4E34-BD67-211357F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811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候補案件</a:t>
            </a:r>
          </a:p>
        </p:txBody>
      </p:sp>
      <p:sp>
        <p:nvSpPr>
          <p:cNvPr id="11" name="funnel-value-48010__s049o011">
            <a:extLst xmlns:a="http://schemas.openxmlformats.org/drawingml/2006/main">
              <a:ext uri="{FF2B5EF4-FFF2-40B4-BE49-F238E27FC236}">
                <a16:creationId xmlns:a16="http://schemas.microsoft.com/office/drawing/2014/main" id="{352828B9-EE00-4445-9716-3E01D22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81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12" name="funnel-stage-48011__s049o012">
            <a:extLst xmlns:a="http://schemas.openxmlformats.org/drawingml/2006/main">
              <a:ext uri="{FF2B5EF4-FFF2-40B4-BE49-F238E27FC236}">
                <a16:creationId xmlns:a16="http://schemas.microsoft.com/office/drawing/2014/main" id="{5DA7EF9E-5949-46DD-9D0F-64335D9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unnel-label-48012__s049o013">
            <a:extLst xmlns:a="http://schemas.openxmlformats.org/drawingml/2006/main">
              <a:ext uri="{FF2B5EF4-FFF2-40B4-BE49-F238E27FC236}">
                <a16:creationId xmlns:a16="http://schemas.microsoft.com/office/drawing/2014/main" id="{E18D3B87-41F8-45E1-B3BF-12227A9B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条件合致</a:t>
            </a:r>
          </a:p>
        </p:txBody>
      </p:sp>
      <p:sp>
        <p:nvSpPr>
          <p:cNvPr id="14" name="funnel-value-48013__s049o014">
            <a:extLst xmlns:a="http://schemas.openxmlformats.org/drawingml/2006/main">
              <a:ext uri="{FF2B5EF4-FFF2-40B4-BE49-F238E27FC236}">
                <a16:creationId xmlns:a16="http://schemas.microsoft.com/office/drawing/2014/main" id="{0841E46A-1AE6-4777-BFF1-8D3AD977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81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62</a:t>
            </a:r>
          </a:p>
        </p:txBody>
      </p:sp>
      <p:sp>
        <p:nvSpPr>
          <p:cNvPr id="15" name="funnel-stage-48014__s049o015">
            <a:extLst xmlns:a="http://schemas.openxmlformats.org/drawingml/2006/main">
              <a:ext uri="{FF2B5EF4-FFF2-40B4-BE49-F238E27FC236}">
                <a16:creationId xmlns:a16="http://schemas.microsoft.com/office/drawing/2014/main" id="{9AACBCE5-046F-446B-9306-62FBB477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unnel-label-48015__s049o016">
            <a:extLst xmlns:a="http://schemas.openxmlformats.org/drawingml/2006/main">
              <a:ext uri="{FF2B5EF4-FFF2-40B4-BE49-F238E27FC236}">
                <a16:creationId xmlns:a16="http://schemas.microsoft.com/office/drawing/2014/main" id="{1766092A-587C-4EF3-9C7E-EF2CAC3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データ準備済</a:t>
            </a:r>
          </a:p>
        </p:txBody>
      </p:sp>
      <p:sp>
        <p:nvSpPr>
          <p:cNvPr id="17" name="funnel-value-48016__s049o017">
            <a:extLst xmlns:a="http://schemas.openxmlformats.org/drawingml/2006/main">
              <a:ext uri="{FF2B5EF4-FFF2-40B4-BE49-F238E27FC236}">
                <a16:creationId xmlns:a16="http://schemas.microsoft.com/office/drawing/2014/main" id="{E3344F1A-B3E0-44AA-95AD-273EE1AD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81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18" name="funnel-stage-48017__s049o018">
            <a:extLst xmlns:a="http://schemas.openxmlformats.org/drawingml/2006/main">
              <a:ext uri="{FF2B5EF4-FFF2-40B4-BE49-F238E27FC236}">
                <a16:creationId xmlns:a16="http://schemas.microsoft.com/office/drawing/2014/main" id="{EFE94144-8935-4C3D-810C-F0D3EC0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361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unnel-label-48018__s049o019">
            <a:extLst xmlns:a="http://schemas.openxmlformats.org/drawingml/2006/main">
              <a:ext uri="{FF2B5EF4-FFF2-40B4-BE49-F238E27FC236}">
                <a16:creationId xmlns:a16="http://schemas.microsoft.com/office/drawing/2014/main" id="{CA851E27-FD35-472A-B1BE-C813C22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試行対象</a:t>
            </a:r>
          </a:p>
        </p:txBody>
      </p:sp>
      <p:sp>
        <p:nvSpPr>
          <p:cNvPr id="20" name="funnel-value-48019__s049o020">
            <a:extLst xmlns:a="http://schemas.openxmlformats.org/drawingml/2006/main">
              <a:ext uri="{FF2B5EF4-FFF2-40B4-BE49-F238E27FC236}">
                <a16:creationId xmlns:a16="http://schemas.microsoft.com/office/drawing/2014/main" id="{1023725F-E2E1-4F69-839A-4A5C745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81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1" name="section-heading-48020__s049o021">
            <a:extLst xmlns:a="http://schemas.openxmlformats.org/drawingml/2006/main">
              <a:ext uri="{FF2B5EF4-FFF2-40B4-BE49-F238E27FC236}">
                <a16:creationId xmlns:a16="http://schemas.microsoft.com/office/drawing/2014/main" id="{7707EC32-2B13-477F-969A-0EB82E8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選定条件</a:t>
            </a:r>
          </a:p>
        </p:txBody>
      </p:sp>
      <p:sp>
        <p:nvSpPr>
          <p:cNvPr id="22" name="bullet-48021__s049o022">
            <a:extLst xmlns:a="http://schemas.openxmlformats.org/drawingml/2006/main">
              <a:ext uri="{FF2B5EF4-FFF2-40B4-BE49-F238E27FC236}">
                <a16:creationId xmlns:a16="http://schemas.microsoft.com/office/drawing/2014/main" id="{E17EA168-D9EC-4B4B-A923-5F5262F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text-48022__s049o023">
            <a:extLst xmlns:a="http://schemas.openxmlformats.org/drawingml/2006/main">
              <a:ext uri="{FF2B5EF4-FFF2-40B4-BE49-F238E27FC236}">
                <a16:creationId xmlns:a16="http://schemas.microsoft.com/office/drawing/2014/main" id="{32C571BA-66C9-4AE8-8141-9A382C8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主要業務を含む</a:t>
            </a:r>
          </a:p>
        </p:txBody>
      </p:sp>
      <p:sp>
        <p:nvSpPr>
          <p:cNvPr id="24" name="bullet-48023__s049o024">
            <a:extLst xmlns:a="http://schemas.openxmlformats.org/drawingml/2006/main">
              <a:ext uri="{FF2B5EF4-FFF2-40B4-BE49-F238E27FC236}">
                <a16:creationId xmlns:a16="http://schemas.microsoft.com/office/drawing/2014/main" id="{EBA17257-0D7F-4EA8-BD63-D99AB0A0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text-48024__s049o025">
            <a:extLst xmlns:a="http://schemas.openxmlformats.org/drawingml/2006/main">
              <a:ext uri="{FF2B5EF4-FFF2-40B4-BE49-F238E27FC236}">
                <a16:creationId xmlns:a16="http://schemas.microsoft.com/office/drawing/2014/main" id="{9B308457-0791-42B4-B507-11229A0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正解結果がある</a:t>
            </a:r>
          </a:p>
        </p:txBody>
      </p:sp>
      <p:sp>
        <p:nvSpPr>
          <p:cNvPr id="26" name="bullet-48025__s049o026">
            <a:extLst xmlns:a="http://schemas.openxmlformats.org/drawingml/2006/main">
              <a:ext uri="{FF2B5EF4-FFF2-40B4-BE49-F238E27FC236}">
                <a16:creationId xmlns:a16="http://schemas.microsoft.com/office/drawing/2014/main" id="{1C35F0DB-0236-4738-8882-FCF4B70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ullet-text-48026__s049o027">
            <a:extLst xmlns:a="http://schemas.openxmlformats.org/drawingml/2006/main">
              <a:ext uri="{FF2B5EF4-FFF2-40B4-BE49-F238E27FC236}">
                <a16:creationId xmlns:a16="http://schemas.microsoft.com/office/drawing/2014/main" id="{6A171E44-F5B1-409C-94F3-8FCE877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機密情報を除外</a:t>
            </a:r>
          </a:p>
        </p:txBody>
      </p:sp>
    </p:spTree>
    <p:extLst>
      <p:ext uri="{BB962C8B-B14F-4D97-AF65-F5344CB8AC3E}">
        <p14:creationId xmlns:p14="http://schemas.microsoft.com/office/powerpoint/2010/main" val="11195876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0o001"/>
        <p:cNvGrpSpPr/>
        <p:nvPr/>
      </p:nvGrpSpPr>
      <p:grpSpPr>
        <a:xfrm xmlns:a="http://schemas.openxmlformats.org/drawingml/2006/main"/>
      </p:grpSpPr>
      <p:sp>
        <p:nvSpPr>
          <p:cNvPr id="2" name="label-49001__s050o002">
            <a:extLst xmlns:a="http://schemas.openxmlformats.org/drawingml/2006/main">
              <a:ext uri="{FF2B5EF4-FFF2-40B4-BE49-F238E27FC236}">
                <a16:creationId xmlns:a16="http://schemas.microsoft.com/office/drawing/2014/main" id="{E317F1A8-CA04-4190-AF65-5FBF894C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49002__s050o003">
            <a:extLst xmlns:a="http://schemas.openxmlformats.org/drawingml/2006/main">
              <a:ext uri="{FF2B5EF4-FFF2-40B4-BE49-F238E27FC236}">
                <a16:creationId xmlns:a16="http://schemas.microsoft.com/office/drawing/2014/main" id="{535DA7BD-C8BF-47E0-AD79-3B63079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層別アーキテクチャ</a:t>
            </a:r>
          </a:p>
        </p:txBody>
      </p:sp>
      <p:sp>
        <p:nvSpPr>
          <p:cNvPr id="4" name="title-49003__s050o004">
            <a:extLst xmlns:a="http://schemas.openxmlformats.org/drawingml/2006/main">
              <a:ext uri="{FF2B5EF4-FFF2-40B4-BE49-F238E27FC236}">
                <a16:creationId xmlns:a16="http://schemas.microsoft.com/office/drawing/2014/main" id="{F878F6A9-55D5-4A25-84E4-6E24BE5F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調査と証跡保管を分離し、統制点を明確にする</a:t>
            </a:r>
          </a:p>
        </p:txBody>
      </p:sp>
      <p:sp>
        <p:nvSpPr>
          <p:cNvPr id="5" name="rule-49004__s050o005">
            <a:extLst xmlns:a="http://schemas.openxmlformats.org/drawingml/2006/main">
              <a:ext uri="{FF2B5EF4-FFF2-40B4-BE49-F238E27FC236}">
                <a16:creationId xmlns:a16="http://schemas.microsoft.com/office/drawing/2014/main" id="{ACB94DE7-0EF7-49F2-B99A-4F2097B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9005__s050o006">
            <a:extLst xmlns:a="http://schemas.openxmlformats.org/drawingml/2006/main">
              <a:ext uri="{FF2B5EF4-FFF2-40B4-BE49-F238E27FC236}">
                <a16:creationId xmlns:a16="http://schemas.microsoft.com/office/drawing/2014/main" id="{456E3D91-549B-4474-ABA7-86B80A0F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49006__s050o007">
            <a:extLst xmlns:a="http://schemas.openxmlformats.org/drawingml/2006/main">
              <a:ext uri="{FF2B5EF4-FFF2-40B4-BE49-F238E27FC236}">
                <a16:creationId xmlns:a16="http://schemas.microsoft.com/office/drawing/2014/main" id="{7351D6F3-6001-429D-BA7B-3F99D941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architecture-layered  |  technical  |  架空データ</a:t>
            </a:r>
          </a:p>
        </p:txBody>
      </p:sp>
      <p:sp>
        <p:nvSpPr>
          <p:cNvPr id="8" name="page-number-49007__s050o008">
            <a:extLst xmlns:a="http://schemas.openxmlformats.org/drawingml/2006/main">
              <a:ext uri="{FF2B5EF4-FFF2-40B4-BE49-F238E27FC236}">
                <a16:creationId xmlns:a16="http://schemas.microsoft.com/office/drawing/2014/main" id="{E48FAF5D-4AC2-4519-9B58-6245CF08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9" name="architecture-layer-49008__s050o009">
            <a:extLst xmlns:a="http://schemas.openxmlformats.org/drawingml/2006/main">
              <a:ext uri="{FF2B5EF4-FFF2-40B4-BE49-F238E27FC236}">
                <a16:creationId xmlns:a16="http://schemas.microsoft.com/office/drawing/2014/main" id="{BE9B37B7-300B-4876-9CE5-52FA9EA1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layer-label-49009__s050o010">
            <a:extLst xmlns:a="http://schemas.openxmlformats.org/drawingml/2006/main">
              <a:ext uri="{FF2B5EF4-FFF2-40B4-BE49-F238E27FC236}">
                <a16:creationId xmlns:a16="http://schemas.microsoft.com/office/drawing/2014/main" id="{C2C1CE90-7194-45F8-AC0A-E730148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利用</a:t>
            </a:r>
          </a:p>
        </p:txBody>
      </p:sp>
      <p:sp>
        <p:nvSpPr>
          <p:cNvPr id="11" name="layer-node-49010__s050o011">
            <a:extLst xmlns:a="http://schemas.openxmlformats.org/drawingml/2006/main">
              <a:ext uri="{FF2B5EF4-FFF2-40B4-BE49-F238E27FC236}">
                <a16:creationId xmlns:a16="http://schemas.microsoft.com/office/drawing/2014/main" id="{2F838EB6-F44E-4330-AC6B-180C9EA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0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2" name="layer-node-label-49011__s050o012">
            <a:extLst xmlns:a="http://schemas.openxmlformats.org/drawingml/2006/main">
              <a:ext uri="{FF2B5EF4-FFF2-40B4-BE49-F238E27FC236}">
                <a16:creationId xmlns:a16="http://schemas.microsoft.com/office/drawing/2014/main" id="{9FB1EAB5-CA3B-473B-9B9C-2336C36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02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調査画面</a:t>
            </a:r>
          </a:p>
        </p:txBody>
      </p:sp>
      <p:sp>
        <p:nvSpPr>
          <p:cNvPr id="13" name="layer-node-49012__s050o013">
            <a:extLst xmlns:a="http://schemas.openxmlformats.org/drawingml/2006/main">
              <a:ext uri="{FF2B5EF4-FFF2-40B4-BE49-F238E27FC236}">
                <a16:creationId xmlns:a16="http://schemas.microsoft.com/office/drawing/2014/main" id="{B36478FF-9D21-40EE-A33F-4B75A67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layer-node-label-49013__s050o014">
            <a:extLst xmlns:a="http://schemas.openxmlformats.org/drawingml/2006/main">
              <a:ext uri="{FF2B5EF4-FFF2-40B4-BE49-F238E27FC236}">
                <a16:creationId xmlns:a16="http://schemas.microsoft.com/office/drawing/2014/main" id="{E4B197AF-32ED-4127-8FC5-C671AA36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002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承認画面</a:t>
            </a:r>
          </a:p>
        </p:txBody>
      </p:sp>
      <p:sp>
        <p:nvSpPr>
          <p:cNvPr id="15" name="architecture-layer-49014__s050o015">
            <a:extLst xmlns:a="http://schemas.openxmlformats.org/drawingml/2006/main">
              <a:ext uri="{FF2B5EF4-FFF2-40B4-BE49-F238E27FC236}">
                <a16:creationId xmlns:a16="http://schemas.microsoft.com/office/drawing/2014/main" id="{2DE5D7FF-97A3-4159-985D-96234815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layer-label-49015__s050o016">
            <a:extLst xmlns:a="http://schemas.openxmlformats.org/drawingml/2006/main">
              <a:ext uri="{FF2B5EF4-FFF2-40B4-BE49-F238E27FC236}">
                <a16:creationId xmlns:a16="http://schemas.microsoft.com/office/drawing/2014/main" id="{579E53EA-3BBD-48E1-AE7E-23741D9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17" name="layer-node-49016__s050o017">
            <a:extLst xmlns:a="http://schemas.openxmlformats.org/drawingml/2006/main">
              <a:ext uri="{FF2B5EF4-FFF2-40B4-BE49-F238E27FC236}">
                <a16:creationId xmlns:a16="http://schemas.microsoft.com/office/drawing/2014/main" id="{4AB547AF-C850-4842-9D64-0A48957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layer-node-label-49017__s050o018">
            <a:extLst xmlns:a="http://schemas.openxmlformats.org/drawingml/2006/main">
              <a:ext uri="{FF2B5EF4-FFF2-40B4-BE49-F238E27FC236}">
                <a16:creationId xmlns:a16="http://schemas.microsoft.com/office/drawing/2014/main" id="{F5D9CE3D-9F8E-48FF-BB7F-FBC8F0B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探索エンジン</a:t>
            </a:r>
          </a:p>
        </p:txBody>
      </p:sp>
      <p:sp>
        <p:nvSpPr>
          <p:cNvPr id="19" name="layer-node-49018__s050o019">
            <a:extLst xmlns:a="http://schemas.openxmlformats.org/drawingml/2006/main">
              <a:ext uri="{FF2B5EF4-FFF2-40B4-BE49-F238E27FC236}">
                <a16:creationId xmlns:a16="http://schemas.microsoft.com/office/drawing/2014/main" id="{22D4123D-A856-4A7F-A44A-8870486B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0" name="layer-node-label-49019__s050o020">
            <a:extLst xmlns:a="http://schemas.openxmlformats.org/drawingml/2006/main">
              <a:ext uri="{FF2B5EF4-FFF2-40B4-BE49-F238E27FC236}">
                <a16:creationId xmlns:a16="http://schemas.microsoft.com/office/drawing/2014/main" id="{20148F12-C6AA-4AC4-91DF-B15C659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照合エンジン</a:t>
            </a:r>
          </a:p>
        </p:txBody>
      </p:sp>
      <p:sp>
        <p:nvSpPr>
          <p:cNvPr id="21" name="architecture-layer-49020__s050o021">
            <a:extLst xmlns:a="http://schemas.openxmlformats.org/drawingml/2006/main">
              <a:ext uri="{FF2B5EF4-FFF2-40B4-BE49-F238E27FC236}">
                <a16:creationId xmlns:a16="http://schemas.microsoft.com/office/drawing/2014/main" id="{EC967F37-6010-44A4-9055-EB80154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layer-label-49021__s050o022">
            <a:extLst xmlns:a="http://schemas.openxmlformats.org/drawingml/2006/main">
              <a:ext uri="{FF2B5EF4-FFF2-40B4-BE49-F238E27FC236}">
                <a16:creationId xmlns:a16="http://schemas.microsoft.com/office/drawing/2014/main" id="{85E0778E-87B2-45F8-8C4D-59BA4F7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知識</a:t>
            </a:r>
          </a:p>
        </p:txBody>
      </p:sp>
      <p:sp>
        <p:nvSpPr>
          <p:cNvPr id="23" name="layer-node-49022__s050o023">
            <a:extLst xmlns:a="http://schemas.openxmlformats.org/drawingml/2006/main">
              <a:ext uri="{FF2B5EF4-FFF2-40B4-BE49-F238E27FC236}">
                <a16:creationId xmlns:a16="http://schemas.microsoft.com/office/drawing/2014/main" id="{00572C6B-AEA1-441B-B67F-3D766600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4" name="layer-node-label-49023__s050o024">
            <a:extLst xmlns:a="http://schemas.openxmlformats.org/drawingml/2006/main">
              <a:ext uri="{FF2B5EF4-FFF2-40B4-BE49-F238E27FC236}">
                <a16:creationId xmlns:a16="http://schemas.microsoft.com/office/drawing/2014/main" id="{05BDC6FD-118D-428A-9A47-B63C6AE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カタログ</a:t>
            </a:r>
          </a:p>
        </p:txBody>
      </p:sp>
      <p:sp>
        <p:nvSpPr>
          <p:cNvPr id="25" name="layer-node-49024__s050o025">
            <a:extLst xmlns:a="http://schemas.openxmlformats.org/drawingml/2006/main">
              <a:ext uri="{FF2B5EF4-FFF2-40B4-BE49-F238E27FC236}">
                <a16:creationId xmlns:a16="http://schemas.microsoft.com/office/drawing/2014/main" id="{A2633BBE-F324-4C9B-A547-74AC611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6" name="layer-node-label-49025__s050o026">
            <a:extLst xmlns:a="http://schemas.openxmlformats.org/drawingml/2006/main">
              <a:ext uri="{FF2B5EF4-FFF2-40B4-BE49-F238E27FC236}">
                <a16:creationId xmlns:a16="http://schemas.microsoft.com/office/drawing/2014/main" id="{B9B2D8DB-DF0A-48C1-82DB-981A0207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433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評価ルール</a:t>
            </a:r>
          </a:p>
        </p:txBody>
      </p:sp>
      <p:sp>
        <p:nvSpPr>
          <p:cNvPr id="27" name="architecture-layer-49026__s050o027">
            <a:extLst xmlns:a="http://schemas.openxmlformats.org/drawingml/2006/main">
              <a:ext uri="{FF2B5EF4-FFF2-40B4-BE49-F238E27FC236}">
                <a16:creationId xmlns:a16="http://schemas.microsoft.com/office/drawing/2014/main" id="{9A9110B0-BC57-4CDF-B6C9-1053E798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layer-label-49027__s050o028">
            <a:extLst xmlns:a="http://schemas.openxmlformats.org/drawingml/2006/main">
              <a:ext uri="{FF2B5EF4-FFF2-40B4-BE49-F238E27FC236}">
                <a16:creationId xmlns:a16="http://schemas.microsoft.com/office/drawing/2014/main" id="{150768F8-9D16-49E0-B954-19C9C1F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保管</a:t>
            </a:r>
          </a:p>
        </p:txBody>
      </p:sp>
      <p:sp>
        <p:nvSpPr>
          <p:cNvPr id="29" name="layer-node-49028__s050o029">
            <a:extLst xmlns:a="http://schemas.openxmlformats.org/drawingml/2006/main">
              <a:ext uri="{FF2B5EF4-FFF2-40B4-BE49-F238E27FC236}">
                <a16:creationId xmlns:a16="http://schemas.microsoft.com/office/drawing/2014/main" id="{C1C15748-0338-4640-809E-420F835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0" name="layer-node-label-49029__s050o030">
            <a:extLst xmlns:a="http://schemas.openxmlformats.org/drawingml/2006/main">
              <a:ext uri="{FF2B5EF4-FFF2-40B4-BE49-F238E27FC236}">
                <a16:creationId xmlns:a16="http://schemas.microsoft.com/office/drawing/2014/main" id="{8A84698B-840E-42D8-BE5C-F9F2934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ソース</a:t>
            </a:r>
          </a:p>
        </p:txBody>
      </p:sp>
      <p:sp>
        <p:nvSpPr>
          <p:cNvPr id="31" name="layer-node-49030__s050o031">
            <a:extLst xmlns:a="http://schemas.openxmlformats.org/drawingml/2006/main">
              <a:ext uri="{FF2B5EF4-FFF2-40B4-BE49-F238E27FC236}">
                <a16:creationId xmlns:a16="http://schemas.microsoft.com/office/drawing/2014/main" id="{E18E83B2-EFAA-4177-B1C2-49F6B642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2" name="layer-node-label-49031__s050o032">
            <a:extLst xmlns:a="http://schemas.openxmlformats.org/drawingml/2006/main">
              <a:ext uri="{FF2B5EF4-FFF2-40B4-BE49-F238E27FC236}">
                <a16:creationId xmlns:a16="http://schemas.microsoft.com/office/drawing/2014/main" id="{98EC412C-CB8A-4348-9F51-4B74265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4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証跡</a:t>
            </a:r>
          </a:p>
        </p:txBody>
      </p:sp>
      <p:sp>
        <p:nvSpPr>
          <p:cNvPr id="33" name="section-heading-49032__s050o033">
            <a:extLst xmlns:a="http://schemas.openxmlformats.org/drawingml/2006/main">
              <a:ext uri="{FF2B5EF4-FFF2-40B4-BE49-F238E27FC236}">
                <a16:creationId xmlns:a16="http://schemas.microsoft.com/office/drawing/2014/main" id="{E4F97437-6F64-4AB0-97DA-BC93028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統制点</a:t>
            </a:r>
          </a:p>
        </p:txBody>
      </p:sp>
      <p:sp>
        <p:nvSpPr>
          <p:cNvPr id="34" name="bullet-49033__s050o034">
            <a:extLst xmlns:a="http://schemas.openxmlformats.org/drawingml/2006/main">
              <a:ext uri="{FF2B5EF4-FFF2-40B4-BE49-F238E27FC236}">
                <a16:creationId xmlns:a16="http://schemas.microsoft.com/office/drawing/2014/main" id="{7DE80BD4-07D0-4853-9E4D-32FB58D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ullet-text-49034__s050o035">
            <a:extLst xmlns:a="http://schemas.openxmlformats.org/drawingml/2006/main">
              <a:ext uri="{FF2B5EF4-FFF2-40B4-BE49-F238E27FC236}">
                <a16:creationId xmlns:a16="http://schemas.microsoft.com/office/drawing/2014/main" id="{A1FA7F67-25E7-4F51-8DFE-2CA6317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入力を固定</a:t>
            </a:r>
          </a:p>
        </p:txBody>
      </p:sp>
      <p:sp>
        <p:nvSpPr>
          <p:cNvPr id="36" name="bullet-49035__s050o036">
            <a:extLst xmlns:a="http://schemas.openxmlformats.org/drawingml/2006/main">
              <a:ext uri="{FF2B5EF4-FFF2-40B4-BE49-F238E27FC236}">
                <a16:creationId xmlns:a16="http://schemas.microsoft.com/office/drawing/2014/main" id="{125DC3BC-A029-474A-99D1-3780841D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47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ullet-text-49036__s050o037">
            <a:extLst xmlns:a="http://schemas.openxmlformats.org/drawingml/2006/main">
              <a:ext uri="{FF2B5EF4-FFF2-40B4-BE49-F238E27FC236}">
                <a16:creationId xmlns:a16="http://schemas.microsoft.com/office/drawing/2014/main" id="{B654A5E8-6A63-4AEB-B2D4-73EDA13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根拠を保存</a:t>
            </a:r>
          </a:p>
        </p:txBody>
      </p:sp>
      <p:sp>
        <p:nvSpPr>
          <p:cNvPr id="38" name="bullet-49037__s050o038">
            <a:extLst xmlns:a="http://schemas.openxmlformats.org/drawingml/2006/main">
              <a:ext uri="{FF2B5EF4-FFF2-40B4-BE49-F238E27FC236}">
                <a16:creationId xmlns:a16="http://schemas.microsoft.com/office/drawing/2014/main" id="{94C61842-79DE-4E9F-BFCE-17FC62B1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86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ullet-text-49038__s050o039">
            <a:extLst xmlns:a="http://schemas.openxmlformats.org/drawingml/2006/main">
              <a:ext uri="{FF2B5EF4-FFF2-40B4-BE49-F238E27FC236}">
                <a16:creationId xmlns:a16="http://schemas.microsoft.com/office/drawing/2014/main" id="{C077F978-746B-4BFC-A3C5-631D27F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81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人が承認</a:t>
            </a:r>
          </a:p>
        </p:txBody>
      </p:sp>
    </p:spTree>
    <p:extLst>
      <p:ext uri="{BB962C8B-B14F-4D97-AF65-F5344CB8AC3E}">
        <p14:creationId xmlns:p14="http://schemas.microsoft.com/office/powerpoint/2010/main" val="102862948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1o001"/>
        <p:cNvGrpSpPr/>
        <p:nvPr/>
      </p:nvGrpSpPr>
      <p:grpSpPr>
        <a:xfrm xmlns:a="http://schemas.openxmlformats.org/drawingml/2006/main"/>
      </p:grpSpPr>
      <p:sp>
        <p:nvSpPr>
          <p:cNvPr id="2" name="label-50001__s051o002">
            <a:extLst xmlns:a="http://schemas.openxmlformats.org/drawingml/2006/main">
              <a:ext uri="{FF2B5EF4-FFF2-40B4-BE49-F238E27FC236}">
                <a16:creationId xmlns:a16="http://schemas.microsoft.com/office/drawing/2014/main" id="{899FE496-2CC2-46E3-B37E-B5E75CA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0002__s051o003">
            <a:extLst xmlns:a="http://schemas.openxmlformats.org/drawingml/2006/main">
              <a:ext uri="{FF2B5EF4-FFF2-40B4-BE49-F238E27FC236}">
                <a16:creationId xmlns:a16="http://schemas.microsoft.com/office/drawing/2014/main" id="{B4ABED71-AF7A-4922-8D2A-6C01A3E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システムコンテキスト</a:t>
            </a:r>
          </a:p>
        </p:txBody>
      </p:sp>
      <p:sp>
        <p:nvSpPr>
          <p:cNvPr id="4" name="title-50003__s051o004">
            <a:extLst xmlns:a="http://schemas.openxmlformats.org/drawingml/2006/main">
              <a:ext uri="{FF2B5EF4-FFF2-40B4-BE49-F238E27FC236}">
                <a16:creationId xmlns:a16="http://schemas.microsoft.com/office/drawing/2014/main" id="{965E195E-59A6-4BBF-B523-B08E6B9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対象システムを中心に、境界を明確にする</a:t>
            </a:r>
          </a:p>
        </p:txBody>
      </p:sp>
      <p:sp>
        <p:nvSpPr>
          <p:cNvPr id="5" name="rule-50004__s051o005">
            <a:extLst xmlns:a="http://schemas.openxmlformats.org/drawingml/2006/main">
              <a:ext uri="{FF2B5EF4-FFF2-40B4-BE49-F238E27FC236}">
                <a16:creationId xmlns:a16="http://schemas.microsoft.com/office/drawing/2014/main" id="{B6B5903F-597D-4DA0-8662-021937F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0005__s051o006">
            <a:extLst xmlns:a="http://schemas.openxmlformats.org/drawingml/2006/main">
              <a:ext uri="{FF2B5EF4-FFF2-40B4-BE49-F238E27FC236}">
                <a16:creationId xmlns:a16="http://schemas.microsoft.com/office/drawing/2014/main" id="{B8A973B4-DDEE-4157-8065-500F74FB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0006__s051o007">
            <a:extLst xmlns:a="http://schemas.openxmlformats.org/drawingml/2006/main">
              <a:ext uri="{FF2B5EF4-FFF2-40B4-BE49-F238E27FC236}">
                <a16:creationId xmlns:a16="http://schemas.microsoft.com/office/drawing/2014/main" id="{19BBADBA-CDF4-49C0-BD28-D14865C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architecture-system-context  |  technical  |  架空データ</a:t>
            </a:r>
          </a:p>
        </p:txBody>
      </p:sp>
      <p:sp>
        <p:nvSpPr>
          <p:cNvPr id="8" name="page-number-50007__s051o008">
            <a:extLst xmlns:a="http://schemas.openxmlformats.org/drawingml/2006/main">
              <a:ext uri="{FF2B5EF4-FFF2-40B4-BE49-F238E27FC236}">
                <a16:creationId xmlns:a16="http://schemas.microsoft.com/office/drawing/2014/main" id="{5A4B10DF-531F-436A-BB2C-CEDF023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sp>
        <p:nvSpPr>
          <p:cNvPr id="9" name="rule-50008__s051o009">
            <a:extLst xmlns:a="http://schemas.openxmlformats.org/drawingml/2006/main">
              <a:ext uri="{FF2B5EF4-FFF2-40B4-BE49-F238E27FC236}">
                <a16:creationId xmlns:a16="http://schemas.microsoft.com/office/drawing/2014/main" id="{2A6E0D08-050C-4805-9963-0501B2C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50009__s051o010">
            <a:extLst xmlns:a="http://schemas.openxmlformats.org/drawingml/2006/main">
              <a:ext uri="{FF2B5EF4-FFF2-40B4-BE49-F238E27FC236}">
                <a16:creationId xmlns:a16="http://schemas.microsoft.com/office/drawing/2014/main" id="{F6097355-54CB-4EDD-BE60-A61EB6E8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50010__s051o011">
            <a:extLst xmlns:a="http://schemas.openxmlformats.org/drawingml/2006/main">
              <a:ext uri="{FF2B5EF4-FFF2-40B4-BE49-F238E27FC236}">
                <a16:creationId xmlns:a16="http://schemas.microsoft.com/office/drawing/2014/main" id="{7B1E4CB1-E288-4F2C-BE0C-88CB290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50011__s051o012">
            <a:extLst xmlns:a="http://schemas.openxmlformats.org/drawingml/2006/main">
              <a:ext uri="{FF2B5EF4-FFF2-40B4-BE49-F238E27FC236}">
                <a16:creationId xmlns:a16="http://schemas.microsoft.com/office/drawing/2014/main" id="{707E8DB5-BE0C-4EFF-955E-BE9A8497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itecture-node-50012__s051o013">
            <a:extLst xmlns:a="http://schemas.openxmlformats.org/drawingml/2006/main">
              <a:ext uri="{FF2B5EF4-FFF2-40B4-BE49-F238E27FC236}">
                <a16:creationId xmlns:a16="http://schemas.microsoft.com/office/drawing/2014/main" id="{73D9925B-5B64-48C3-86FD-26A6318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architecture-label-50013__s051o014">
            <a:extLst xmlns:a="http://schemas.openxmlformats.org/drawingml/2006/main">
              <a:ext uri="{FF2B5EF4-FFF2-40B4-BE49-F238E27FC236}">
                <a16:creationId xmlns:a16="http://schemas.microsoft.com/office/drawing/2014/main" id="{1A1F183C-162B-4518-92B3-69C3EAB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2114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影響調査基盤</a:t>
            </a:r>
          </a:p>
        </p:txBody>
      </p:sp>
      <p:sp>
        <p:nvSpPr>
          <p:cNvPr id="15" name="architecture-node-50014__s051o015">
            <a:extLst xmlns:a="http://schemas.openxmlformats.org/drawingml/2006/main">
              <a:ext uri="{FF2B5EF4-FFF2-40B4-BE49-F238E27FC236}">
                <a16:creationId xmlns:a16="http://schemas.microsoft.com/office/drawing/2014/main" id="{E1864C65-5546-4553-A824-151E2333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6" name="architecture-label-50015__s051o016">
            <a:extLst xmlns:a="http://schemas.openxmlformats.org/drawingml/2006/main">
              <a:ext uri="{FF2B5EF4-FFF2-40B4-BE49-F238E27FC236}">
                <a16:creationId xmlns:a16="http://schemas.microsoft.com/office/drawing/2014/main" id="{8E0A3953-5F2C-4F03-B1C0-10E920E9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上流システム</a:t>
            </a:r>
          </a:p>
        </p:txBody>
      </p:sp>
      <p:sp>
        <p:nvSpPr>
          <p:cNvPr id="17" name="architecture-node-50016__s051o017">
            <a:extLst xmlns:a="http://schemas.openxmlformats.org/drawingml/2006/main">
              <a:ext uri="{FF2B5EF4-FFF2-40B4-BE49-F238E27FC236}">
                <a16:creationId xmlns:a16="http://schemas.microsoft.com/office/drawing/2014/main" id="{479BF2BB-28E0-4B21-B79F-BA2A516B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architecture-label-50017__s051o018">
            <a:extLst xmlns:a="http://schemas.openxmlformats.org/drawingml/2006/main">
              <a:ext uri="{FF2B5EF4-FFF2-40B4-BE49-F238E27FC236}">
                <a16:creationId xmlns:a16="http://schemas.microsoft.com/office/drawing/2014/main" id="{671D8272-02CC-40D0-9EEC-DF834F4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設計書・定義</a:t>
            </a:r>
          </a:p>
        </p:txBody>
      </p:sp>
      <p:sp>
        <p:nvSpPr>
          <p:cNvPr id="19" name="architecture-node-50018__s051o019">
            <a:extLst xmlns:a="http://schemas.openxmlformats.org/drawingml/2006/main">
              <a:ext uri="{FF2B5EF4-FFF2-40B4-BE49-F238E27FC236}">
                <a16:creationId xmlns:a16="http://schemas.microsoft.com/office/drawing/2014/main" id="{948CD039-8504-4E6C-8A4D-136332B1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0" name="architecture-label-50019__s051o020">
            <a:extLst xmlns:a="http://schemas.openxmlformats.org/drawingml/2006/main">
              <a:ext uri="{FF2B5EF4-FFF2-40B4-BE49-F238E27FC236}">
                <a16:creationId xmlns:a16="http://schemas.microsoft.com/office/drawing/2014/main" id="{4AB54C5B-F6E3-4EAC-9A2D-CEC707C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開発担当</a:t>
            </a:r>
          </a:p>
        </p:txBody>
      </p:sp>
      <p:sp>
        <p:nvSpPr>
          <p:cNvPr id="21" name="architecture-node-50020__s051o021">
            <a:extLst xmlns:a="http://schemas.openxmlformats.org/drawingml/2006/main">
              <a:ext uri="{FF2B5EF4-FFF2-40B4-BE49-F238E27FC236}">
                <a16:creationId xmlns:a16="http://schemas.microsoft.com/office/drawing/2014/main" id="{0E7B36DB-37F9-458C-816D-8C60582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2" name="architecture-label-50021__s051o022">
            <a:extLst xmlns:a="http://schemas.openxmlformats.org/drawingml/2006/main">
              <a:ext uri="{FF2B5EF4-FFF2-40B4-BE49-F238E27FC236}">
                <a16:creationId xmlns:a16="http://schemas.microsoft.com/office/drawing/2014/main" id="{CA770502-8CE3-45C2-8118-1F7709F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承認者</a:t>
            </a:r>
          </a:p>
        </p:txBody>
      </p:sp>
      <p:sp>
        <p:nvSpPr>
          <p:cNvPr id="23" name="callout-50022__s051o023">
            <a:extLst xmlns:a="http://schemas.openxmlformats.org/drawingml/2006/main">
              <a:ext uri="{FF2B5EF4-FFF2-40B4-BE49-F238E27FC236}">
                <a16:creationId xmlns:a16="http://schemas.microsoft.com/office/drawing/2014/main" id="{426FE1EF-BA41-4379-8DAF-F0D8869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callout-text-50023__s051o024">
            <a:extLst xmlns:a="http://schemas.openxmlformats.org/drawingml/2006/main">
              <a:ext uri="{FF2B5EF4-FFF2-40B4-BE49-F238E27FC236}">
                <a16:creationId xmlns:a16="http://schemas.microsoft.com/office/drawing/2014/main" id="{EB858417-000A-4A3B-821D-C076D9B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292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外部システムへ直接変更を加えず、参照と証跡出力に限定する</a:t>
            </a:r>
          </a:p>
        </p:txBody>
      </p:sp>
    </p:spTree>
    <p:extLst>
      <p:ext uri="{BB962C8B-B14F-4D97-AF65-F5344CB8AC3E}">
        <p14:creationId xmlns:p14="http://schemas.microsoft.com/office/powerpoint/2010/main" val="5393919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2o001"/>
        <p:cNvGrpSpPr/>
        <p:nvPr/>
      </p:nvGrpSpPr>
      <p:grpSpPr>
        <a:xfrm xmlns:a="http://schemas.openxmlformats.org/drawingml/2006/main"/>
      </p:grpSpPr>
      <p:sp>
        <p:nvSpPr>
          <p:cNvPr id="2" name="label-51001__s052o002">
            <a:extLst xmlns:a="http://schemas.openxmlformats.org/drawingml/2006/main">
              <a:ext uri="{FF2B5EF4-FFF2-40B4-BE49-F238E27FC236}">
                <a16:creationId xmlns:a16="http://schemas.microsoft.com/office/drawing/2014/main" id="{C1C5EAE7-449F-4ABB-BA58-56AF07E4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1002__s052o003">
            <a:extLst xmlns:a="http://schemas.openxmlformats.org/drawingml/2006/main">
              <a:ext uri="{FF2B5EF4-FFF2-40B4-BE49-F238E27FC236}">
                <a16:creationId xmlns:a16="http://schemas.microsoft.com/office/drawing/2014/main" id="{311FBC98-4021-475E-B764-08F8895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データリネージ</a:t>
            </a:r>
          </a:p>
        </p:txBody>
      </p:sp>
      <p:sp>
        <p:nvSpPr>
          <p:cNvPr id="4" name="title-51003__s052o004">
            <a:extLst xmlns:a="http://schemas.openxmlformats.org/drawingml/2006/main">
              <a:ext uri="{FF2B5EF4-FFF2-40B4-BE49-F238E27FC236}">
                <a16:creationId xmlns:a16="http://schemas.microsoft.com/office/drawing/2014/main" id="{604D511D-5C61-4E06-8E70-B0609EF9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上流取引からレポートまで変換と責任を追跡する</a:t>
            </a:r>
          </a:p>
        </p:txBody>
      </p:sp>
      <p:sp>
        <p:nvSpPr>
          <p:cNvPr id="5" name="rule-51004__s052o005">
            <a:extLst xmlns:a="http://schemas.openxmlformats.org/drawingml/2006/main">
              <a:ext uri="{FF2B5EF4-FFF2-40B4-BE49-F238E27FC236}">
                <a16:creationId xmlns:a16="http://schemas.microsoft.com/office/drawing/2014/main" id="{12958299-AE8C-46F5-9868-BBF618E5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1005__s052o006">
            <a:extLst xmlns:a="http://schemas.openxmlformats.org/drawingml/2006/main">
              <a:ext uri="{FF2B5EF4-FFF2-40B4-BE49-F238E27FC236}">
                <a16:creationId xmlns:a16="http://schemas.microsoft.com/office/drawing/2014/main" id="{5FDF15CB-C25D-4F44-83F8-729275DC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1006__s052o007">
            <a:extLst xmlns:a="http://schemas.openxmlformats.org/drawingml/2006/main">
              <a:ext uri="{FF2B5EF4-FFF2-40B4-BE49-F238E27FC236}">
                <a16:creationId xmlns:a16="http://schemas.microsoft.com/office/drawing/2014/main" id="{6D58A0AC-9023-43A8-BC63-09448E14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data-flow-lineage  |  technical  |  架空データ</a:t>
            </a:r>
          </a:p>
        </p:txBody>
      </p:sp>
      <p:sp>
        <p:nvSpPr>
          <p:cNvPr id="8" name="page-number-51007__s052o008">
            <a:extLst xmlns:a="http://schemas.openxmlformats.org/drawingml/2006/main">
              <a:ext uri="{FF2B5EF4-FFF2-40B4-BE49-F238E27FC236}">
                <a16:creationId xmlns:a16="http://schemas.microsoft.com/office/drawing/2014/main" id="{5E171296-0B1F-4990-AB23-C55A20C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9" name="rule-51008__s052o009">
            <a:extLst xmlns:a="http://schemas.openxmlformats.org/drawingml/2006/main">
              <a:ext uri="{FF2B5EF4-FFF2-40B4-BE49-F238E27FC236}">
                <a16:creationId xmlns:a16="http://schemas.microsoft.com/office/drawing/2014/main" id="{DABFADE8-310D-4B53-82EC-4E0C6B76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51009__s052o010">
            <a:extLst xmlns:a="http://schemas.openxmlformats.org/drawingml/2006/main">
              <a:ext uri="{FF2B5EF4-FFF2-40B4-BE49-F238E27FC236}">
                <a16:creationId xmlns:a16="http://schemas.microsoft.com/office/drawing/2014/main" id="{273D61DC-CC14-4D32-BC9F-582F2A8F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51010__s052o011">
            <a:extLst xmlns:a="http://schemas.openxmlformats.org/drawingml/2006/main">
              <a:ext uri="{FF2B5EF4-FFF2-40B4-BE49-F238E27FC236}">
                <a16:creationId xmlns:a16="http://schemas.microsoft.com/office/drawing/2014/main" id="{3A51B39C-1FD5-4B73-84D7-D21BF10A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51011__s052o012">
            <a:extLst xmlns:a="http://schemas.openxmlformats.org/drawingml/2006/main">
              <a:ext uri="{FF2B5EF4-FFF2-40B4-BE49-F238E27FC236}">
                <a16:creationId xmlns:a16="http://schemas.microsoft.com/office/drawing/2014/main" id="{C2287A39-A927-4905-87CE-EBE78F32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ta-node-51012__s052o013">
            <a:extLst xmlns:a="http://schemas.openxmlformats.org/drawingml/2006/main">
              <a:ext uri="{FF2B5EF4-FFF2-40B4-BE49-F238E27FC236}">
                <a16:creationId xmlns:a16="http://schemas.microsoft.com/office/drawing/2014/main" id="{1346A8E8-121B-41AC-9F8F-82659A4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label-51013__s052o014">
            <a:extLst xmlns:a="http://schemas.openxmlformats.org/drawingml/2006/main">
              <a:ext uri="{FF2B5EF4-FFF2-40B4-BE49-F238E27FC236}">
                <a16:creationId xmlns:a16="http://schemas.microsoft.com/office/drawing/2014/main" id="{8798612B-BA6B-4563-92EF-E570842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5" name="data-title-51014__s052o015">
            <a:extLst xmlns:a="http://schemas.openxmlformats.org/drawingml/2006/main">
              <a:ext uri="{FF2B5EF4-FFF2-40B4-BE49-F238E27FC236}">
                <a16:creationId xmlns:a16="http://schemas.microsoft.com/office/drawing/2014/main" id="{982B3506-DB13-4C38-8D8B-DE03884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取引</a:t>
            </a:r>
          </a:p>
        </p:txBody>
      </p:sp>
      <p:sp>
        <p:nvSpPr>
          <p:cNvPr id="16" name="data-stage-51015__s052o016">
            <a:extLst xmlns:a="http://schemas.openxmlformats.org/drawingml/2006/main">
              <a:ext uri="{FF2B5EF4-FFF2-40B4-BE49-F238E27FC236}">
                <a16:creationId xmlns:a16="http://schemas.microsoft.com/office/drawing/2014/main" id="{6123E343-70C1-48AE-9284-9B60262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発生</a:t>
            </a:r>
          </a:p>
        </p:txBody>
      </p:sp>
      <p:sp>
        <p:nvSpPr>
          <p:cNvPr id="17" name="data-node-51016__s052o017">
            <a:extLst xmlns:a="http://schemas.openxmlformats.org/drawingml/2006/main">
              <a:ext uri="{FF2B5EF4-FFF2-40B4-BE49-F238E27FC236}">
                <a16:creationId xmlns:a16="http://schemas.microsoft.com/office/drawing/2014/main" id="{7EF8632E-A8A1-4653-BBAD-5ED9A52D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431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label-51017__s052o018">
            <a:extLst xmlns:a="http://schemas.openxmlformats.org/drawingml/2006/main">
              <a:ext uri="{FF2B5EF4-FFF2-40B4-BE49-F238E27FC236}">
                <a16:creationId xmlns:a16="http://schemas.microsoft.com/office/drawing/2014/main" id="{FBE70936-0275-4056-9C37-0661211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9" name="data-title-51018__s052o019">
            <a:extLst xmlns:a="http://schemas.openxmlformats.org/drawingml/2006/main">
              <a:ext uri="{FF2B5EF4-FFF2-40B4-BE49-F238E27FC236}">
                <a16:creationId xmlns:a16="http://schemas.microsoft.com/office/drawing/2014/main" id="{E36E53B3-326A-47AF-A74E-AC423C4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受信</a:t>
            </a:r>
          </a:p>
        </p:txBody>
      </p:sp>
      <p:sp>
        <p:nvSpPr>
          <p:cNvPr id="20" name="data-stage-51019__s052o020">
            <a:extLst xmlns:a="http://schemas.openxmlformats.org/drawingml/2006/main">
              <a:ext uri="{FF2B5EF4-FFF2-40B4-BE49-F238E27FC236}">
                <a16:creationId xmlns:a16="http://schemas.microsoft.com/office/drawing/2014/main" id="{3790DAE9-D6C5-4B48-BE21-BB52B961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整形</a:t>
            </a:r>
          </a:p>
        </p:txBody>
      </p:sp>
      <p:sp>
        <p:nvSpPr>
          <p:cNvPr id="21" name="data-node-51020__s052o021">
            <a:extLst xmlns:a="http://schemas.openxmlformats.org/drawingml/2006/main">
              <a:ext uri="{FF2B5EF4-FFF2-40B4-BE49-F238E27FC236}">
                <a16:creationId xmlns:a16="http://schemas.microsoft.com/office/drawing/2014/main" id="{06C3803D-83BA-4A7E-8FF5-7A30247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431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2" name="label-51021__s052o022">
            <a:extLst xmlns:a="http://schemas.openxmlformats.org/drawingml/2006/main">
              <a:ext uri="{FF2B5EF4-FFF2-40B4-BE49-F238E27FC236}">
                <a16:creationId xmlns:a16="http://schemas.microsoft.com/office/drawing/2014/main" id="{13B7E319-B80E-4265-A07E-AF9B224A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3" name="data-title-51022__s052o023">
            <a:extLst xmlns:a="http://schemas.openxmlformats.org/drawingml/2006/main">
              <a:ext uri="{FF2B5EF4-FFF2-40B4-BE49-F238E27FC236}">
                <a16:creationId xmlns:a16="http://schemas.microsoft.com/office/drawing/2014/main" id="{EF96D12B-58FA-40A1-9783-AF4234F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527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集計</a:t>
            </a:r>
          </a:p>
        </p:txBody>
      </p:sp>
      <p:sp>
        <p:nvSpPr>
          <p:cNvPr id="24" name="data-stage-51023__s052o024">
            <a:extLst xmlns:a="http://schemas.openxmlformats.org/drawingml/2006/main">
              <a:ext uri="{FF2B5EF4-FFF2-40B4-BE49-F238E27FC236}">
                <a16:creationId xmlns:a16="http://schemas.microsoft.com/office/drawing/2014/main" id="{178B1C90-FB8C-4238-8128-B48C33C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変換</a:t>
            </a:r>
          </a:p>
        </p:txBody>
      </p:sp>
      <p:sp>
        <p:nvSpPr>
          <p:cNvPr id="25" name="data-node-51024__s052o025">
            <a:extLst xmlns:a="http://schemas.openxmlformats.org/drawingml/2006/main">
              <a:ext uri="{FF2B5EF4-FFF2-40B4-BE49-F238E27FC236}">
                <a16:creationId xmlns:a16="http://schemas.microsoft.com/office/drawing/2014/main" id="{24E37BD5-EFC4-4414-9B1A-B6B35D8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6" name="label-51025__s052o026">
            <a:extLst xmlns:a="http://schemas.openxmlformats.org/drawingml/2006/main">
              <a:ext uri="{FF2B5EF4-FFF2-40B4-BE49-F238E27FC236}">
                <a16:creationId xmlns:a16="http://schemas.microsoft.com/office/drawing/2014/main" id="{BE3A1911-EBF5-4DF1-A682-EB72B50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7" name="data-title-51026__s052o027">
            <a:extLst xmlns:a="http://schemas.openxmlformats.org/drawingml/2006/main">
              <a:ext uri="{FF2B5EF4-FFF2-40B4-BE49-F238E27FC236}">
                <a16:creationId xmlns:a16="http://schemas.microsoft.com/office/drawing/2014/main" id="{2054896A-477E-436A-AE0E-67F9C395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リスク</a:t>
            </a:r>
          </a:p>
        </p:txBody>
      </p:sp>
      <p:sp>
        <p:nvSpPr>
          <p:cNvPr id="28" name="data-stage-51027__s052o028">
            <a:extLst xmlns:a="http://schemas.openxmlformats.org/drawingml/2006/main">
              <a:ext uri="{FF2B5EF4-FFF2-40B4-BE49-F238E27FC236}">
                <a16:creationId xmlns:a16="http://schemas.microsoft.com/office/drawing/2014/main" id="{619E02E1-5199-4A2F-96FA-3A8E57ED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算出</a:t>
            </a:r>
          </a:p>
        </p:txBody>
      </p:sp>
      <p:sp>
        <p:nvSpPr>
          <p:cNvPr id="29" name="data-node-51028__s052o029">
            <a:extLst xmlns:a="http://schemas.openxmlformats.org/drawingml/2006/main">
              <a:ext uri="{FF2B5EF4-FFF2-40B4-BE49-F238E27FC236}">
                <a16:creationId xmlns:a16="http://schemas.microsoft.com/office/drawing/2014/main" id="{1EF5BC02-6CA9-4105-B287-3FD42D6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30" name="label-51029__s052o030">
            <a:extLst xmlns:a="http://schemas.openxmlformats.org/drawingml/2006/main">
              <a:ext uri="{FF2B5EF4-FFF2-40B4-BE49-F238E27FC236}">
                <a16:creationId xmlns:a16="http://schemas.microsoft.com/office/drawing/2014/main" id="{57F8CD9F-E5F1-4EF0-ABEE-926E51A8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1" name="data-title-51030__s052o031">
            <a:extLst xmlns:a="http://schemas.openxmlformats.org/drawingml/2006/main">
              <a:ext uri="{FF2B5EF4-FFF2-40B4-BE49-F238E27FC236}">
                <a16:creationId xmlns:a16="http://schemas.microsoft.com/office/drawing/2014/main" id="{A655A7E6-7482-4565-A31E-3B37A97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レポート</a:t>
            </a:r>
          </a:p>
        </p:txBody>
      </p:sp>
      <p:sp>
        <p:nvSpPr>
          <p:cNvPr id="32" name="data-stage-51031__s052o032">
            <a:extLst xmlns:a="http://schemas.openxmlformats.org/drawingml/2006/main">
              <a:ext uri="{FF2B5EF4-FFF2-40B4-BE49-F238E27FC236}">
                <a16:creationId xmlns:a16="http://schemas.microsoft.com/office/drawing/2014/main" id="{883D3151-A95E-4EC0-927F-1AB0C1C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利用</a:t>
            </a:r>
          </a:p>
        </p:txBody>
      </p:sp>
      <p:sp>
        <p:nvSpPr>
          <p:cNvPr id="33" name="callout-51032__s052o033">
            <a:extLst xmlns:a="http://schemas.openxmlformats.org/drawingml/2006/main">
              <a:ext uri="{FF2B5EF4-FFF2-40B4-BE49-F238E27FC236}">
                <a16:creationId xmlns:a16="http://schemas.microsoft.com/office/drawing/2014/main" id="{E5953A66-60FA-4D7F-A000-A35DBAE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387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callout-text-51033__s052o034">
            <a:extLst xmlns:a="http://schemas.openxmlformats.org/drawingml/2006/main">
              <a:ext uri="{FF2B5EF4-FFF2-40B4-BE49-F238E27FC236}">
                <a16:creationId xmlns:a16="http://schemas.microsoft.com/office/drawing/2014/main" id="{83C99B30-F85F-4693-B851-E104A15C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33950"/>
            <a:ext cx="803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統制：各境界で件数、時点、データ区分を記録する</a:t>
            </a:r>
          </a:p>
        </p:txBody>
      </p:sp>
    </p:spTree>
    <p:extLst>
      <p:ext uri="{BB962C8B-B14F-4D97-AF65-F5344CB8AC3E}">
        <p14:creationId xmlns:p14="http://schemas.microsoft.com/office/powerpoint/2010/main" val="175553169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3o001"/>
        <p:cNvGrpSpPr/>
        <p:nvPr/>
      </p:nvGrpSpPr>
      <p:grpSpPr>
        <a:xfrm xmlns:a="http://schemas.openxmlformats.org/drawingml/2006/main"/>
      </p:grpSpPr>
      <p:sp>
        <p:nvSpPr>
          <p:cNvPr id="2" name="label-52001__s053o002">
            <a:extLst xmlns:a="http://schemas.openxmlformats.org/drawingml/2006/main">
              <a:ext uri="{FF2B5EF4-FFF2-40B4-BE49-F238E27FC236}">
                <a16:creationId xmlns:a16="http://schemas.microsoft.com/office/drawing/2014/main" id="{608C838E-3262-45D0-8C0E-1D8E8463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2002__s053o003">
            <a:extLst xmlns:a="http://schemas.openxmlformats.org/drawingml/2006/main">
              <a:ext uri="{FF2B5EF4-FFF2-40B4-BE49-F238E27FC236}">
                <a16:creationId xmlns:a16="http://schemas.microsoft.com/office/drawing/2014/main" id="{9C03F457-2576-4806-AE51-B027A88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依存関係マップ</a:t>
            </a:r>
          </a:p>
        </p:txBody>
      </p:sp>
      <p:sp>
        <p:nvSpPr>
          <p:cNvPr id="4" name="title-52003__s053o004">
            <a:extLst xmlns:a="http://schemas.openxmlformats.org/drawingml/2006/main">
              <a:ext uri="{FF2B5EF4-FFF2-40B4-BE49-F238E27FC236}">
                <a16:creationId xmlns:a16="http://schemas.microsoft.com/office/drawing/2014/main" id="{FD7A25CE-0C49-40B3-8E0A-93C51F3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項目変更は三つのジョブと二つのIFへ波及する</a:t>
            </a:r>
          </a:p>
        </p:txBody>
      </p:sp>
      <p:sp>
        <p:nvSpPr>
          <p:cNvPr id="5" name="rule-52004__s053o005">
            <a:extLst xmlns:a="http://schemas.openxmlformats.org/drawingml/2006/main">
              <a:ext uri="{FF2B5EF4-FFF2-40B4-BE49-F238E27FC236}">
                <a16:creationId xmlns:a16="http://schemas.microsoft.com/office/drawing/2014/main" id="{00BEF814-31DE-4089-A4C0-AB5516A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2005__s053o006">
            <a:extLst xmlns:a="http://schemas.openxmlformats.org/drawingml/2006/main">
              <a:ext uri="{FF2B5EF4-FFF2-40B4-BE49-F238E27FC236}">
                <a16:creationId xmlns:a16="http://schemas.microsoft.com/office/drawing/2014/main" id="{2A6EC001-C67C-40F2-A7B6-185062F1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2006__s053o007">
            <a:extLst xmlns:a="http://schemas.openxmlformats.org/drawingml/2006/main">
              <a:ext uri="{FF2B5EF4-FFF2-40B4-BE49-F238E27FC236}">
                <a16:creationId xmlns:a16="http://schemas.microsoft.com/office/drawing/2014/main" id="{6DE97644-3E3F-446D-9842-CEA48560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dependency-map  |  technical  |  架空データ</a:t>
            </a:r>
          </a:p>
        </p:txBody>
      </p:sp>
      <p:sp>
        <p:nvSpPr>
          <p:cNvPr id="8" name="page-number-52007__s053o008">
            <a:extLst xmlns:a="http://schemas.openxmlformats.org/drawingml/2006/main">
              <a:ext uri="{FF2B5EF4-FFF2-40B4-BE49-F238E27FC236}">
                <a16:creationId xmlns:a16="http://schemas.microsoft.com/office/drawing/2014/main" id="{6C62562A-9601-433A-AC9E-14884E02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9" name="rule-52008__s053o009">
            <a:extLst xmlns:a="http://schemas.openxmlformats.org/drawingml/2006/main">
              <a:ext uri="{FF2B5EF4-FFF2-40B4-BE49-F238E27FC236}">
                <a16:creationId xmlns:a16="http://schemas.microsoft.com/office/drawing/2014/main" id="{5E5FE6AF-C212-47D4-894D-61500E5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52009__s053o010">
            <a:extLst xmlns:a="http://schemas.openxmlformats.org/drawingml/2006/main">
              <a:ext uri="{FF2B5EF4-FFF2-40B4-BE49-F238E27FC236}">
                <a16:creationId xmlns:a16="http://schemas.microsoft.com/office/drawing/2014/main" id="{915D5D1B-D2D3-4744-8502-88B887A8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52010__s053o011">
            <a:extLst xmlns:a="http://schemas.openxmlformats.org/drawingml/2006/main">
              <a:ext uri="{FF2B5EF4-FFF2-40B4-BE49-F238E27FC236}">
                <a16:creationId xmlns:a16="http://schemas.microsoft.com/office/drawing/2014/main" id="{64373374-0B59-4B83-B235-9346B42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52011__s053o012">
            <a:extLst xmlns:a="http://schemas.openxmlformats.org/drawingml/2006/main">
              <a:ext uri="{FF2B5EF4-FFF2-40B4-BE49-F238E27FC236}">
                <a16:creationId xmlns:a16="http://schemas.microsoft.com/office/drawing/2014/main" id="{A687594D-C55C-401A-88E0-AE0EB5E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52012__s053o013">
            <a:extLst xmlns:a="http://schemas.openxmlformats.org/drawingml/2006/main">
              <a:ext uri="{FF2B5EF4-FFF2-40B4-BE49-F238E27FC236}">
                <a16:creationId xmlns:a16="http://schemas.microsoft.com/office/drawing/2014/main" id="{B6A7EE44-06E2-476D-8417-1661C912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434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pendency-center-52013__s053o014">
            <a:extLst xmlns:a="http://schemas.openxmlformats.org/drawingml/2006/main">
              <a:ext uri="{FF2B5EF4-FFF2-40B4-BE49-F238E27FC236}">
                <a16:creationId xmlns:a16="http://schemas.microsoft.com/office/drawing/2014/main" id="{D81FC25C-041F-4867-9915-B11765E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981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dependency-center-text-52014__s053o015">
            <a:extLst xmlns:a="http://schemas.openxmlformats.org/drawingml/2006/main">
              <a:ext uri="{FF2B5EF4-FFF2-40B4-BE49-F238E27FC236}">
                <a16:creationId xmlns:a16="http://schemas.microsoft.com/office/drawing/2014/main" id="{93943CE0-02D7-4915-9F69-B8D1144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981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項目A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桁拡張</a:t>
            </a:r>
          </a:p>
        </p:txBody>
      </p:sp>
      <p:sp>
        <p:nvSpPr>
          <p:cNvPr id="16" name="dependency-node-52015__s053o016">
            <a:extLst xmlns:a="http://schemas.openxmlformats.org/drawingml/2006/main">
              <a:ext uri="{FF2B5EF4-FFF2-40B4-BE49-F238E27FC236}">
                <a16:creationId xmlns:a16="http://schemas.microsoft.com/office/drawing/2014/main" id="{E7633EA3-255B-4D7C-A276-1976AF4B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7" name="dependency-node-text-52016__s053o017">
            <a:extLst xmlns:a="http://schemas.openxmlformats.org/drawingml/2006/main">
              <a:ext uri="{FF2B5EF4-FFF2-40B4-BE49-F238E27FC236}">
                <a16:creationId xmlns:a16="http://schemas.microsoft.com/office/drawing/2014/main" id="{805DB560-39C1-41EA-AA45-6577C9D6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上流IF</a:t>
            </a:r>
          </a:p>
        </p:txBody>
      </p:sp>
      <p:sp>
        <p:nvSpPr>
          <p:cNvPr id="18" name="dependency-node-52017__s053o018">
            <a:extLst xmlns:a="http://schemas.openxmlformats.org/drawingml/2006/main">
              <a:ext uri="{FF2B5EF4-FFF2-40B4-BE49-F238E27FC236}">
                <a16:creationId xmlns:a16="http://schemas.microsoft.com/office/drawing/2014/main" id="{7862EC70-8AD5-419B-A1D4-0C1DE474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9" name="dependency-node-text-52018__s053o019">
            <a:extLst xmlns:a="http://schemas.openxmlformats.org/drawingml/2006/main">
              <a:ext uri="{FF2B5EF4-FFF2-40B4-BE49-F238E27FC236}">
                <a16:creationId xmlns:a16="http://schemas.microsoft.com/office/drawing/2014/main" id="{3723C1A5-536F-4433-81C8-BA68C33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マスタ</a:t>
            </a:r>
          </a:p>
        </p:txBody>
      </p:sp>
      <p:sp>
        <p:nvSpPr>
          <p:cNvPr id="20" name="dependency-node-52019__s053o020">
            <a:extLst xmlns:a="http://schemas.openxmlformats.org/drawingml/2006/main">
              <a:ext uri="{FF2B5EF4-FFF2-40B4-BE49-F238E27FC236}">
                <a16:creationId xmlns:a16="http://schemas.microsoft.com/office/drawing/2014/main" id="{1D880F9C-EA69-4DCF-B944-E49EED12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478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1" name="dependency-node-text-52020__s053o021">
            <a:extLst xmlns:a="http://schemas.openxmlformats.org/drawingml/2006/main">
              <a:ext uri="{FF2B5EF4-FFF2-40B4-BE49-F238E27FC236}">
                <a16:creationId xmlns:a16="http://schemas.microsoft.com/office/drawing/2014/main" id="{041E1070-C110-416E-9321-28382CA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478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計算ジョブ</a:t>
            </a:r>
          </a:p>
        </p:txBody>
      </p:sp>
      <p:sp>
        <p:nvSpPr>
          <p:cNvPr id="22" name="dependency-status-52021__s053o022">
            <a:extLst xmlns:a="http://schemas.openxmlformats.org/drawingml/2006/main">
              <a:ext uri="{FF2B5EF4-FFF2-40B4-BE49-F238E27FC236}">
                <a16:creationId xmlns:a16="http://schemas.microsoft.com/office/drawing/2014/main" id="{09A2C046-4247-4872-9FB4-49128AF9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pendency-node-52022__s053o023">
            <a:extLst xmlns:a="http://schemas.openxmlformats.org/drawingml/2006/main">
              <a:ext uri="{FF2B5EF4-FFF2-40B4-BE49-F238E27FC236}">
                <a16:creationId xmlns:a16="http://schemas.microsoft.com/office/drawing/2014/main" id="{EEF19C68-0F04-4678-B32F-2E71971F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4" name="dependency-node-text-52023__s053o024">
            <a:extLst xmlns:a="http://schemas.openxmlformats.org/drawingml/2006/main">
              <a:ext uri="{FF2B5EF4-FFF2-40B4-BE49-F238E27FC236}">
                <a16:creationId xmlns:a16="http://schemas.microsoft.com/office/drawing/2014/main" id="{B72D9E57-385C-463D-AD7B-C232E0B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帳票ジョブ</a:t>
            </a:r>
          </a:p>
        </p:txBody>
      </p:sp>
      <p:sp>
        <p:nvSpPr>
          <p:cNvPr id="25" name="dependency-status-52024__s053o025">
            <a:extLst xmlns:a="http://schemas.openxmlformats.org/drawingml/2006/main">
              <a:ext uri="{FF2B5EF4-FFF2-40B4-BE49-F238E27FC236}">
                <a16:creationId xmlns:a16="http://schemas.microsoft.com/office/drawing/2014/main" id="{B84F17A2-C2CF-438B-940B-0E7FAF4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pendency-node-52025__s053o026">
            <a:extLst xmlns:a="http://schemas.openxmlformats.org/drawingml/2006/main">
              <a:ext uri="{FF2B5EF4-FFF2-40B4-BE49-F238E27FC236}">
                <a16:creationId xmlns:a16="http://schemas.microsoft.com/office/drawing/2014/main" id="{57B08271-F9BC-4CAA-AA31-51998A13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7" name="dependency-node-text-52026__s053o027">
            <a:extLst xmlns:a="http://schemas.openxmlformats.org/drawingml/2006/main">
              <a:ext uri="{FF2B5EF4-FFF2-40B4-BE49-F238E27FC236}">
                <a16:creationId xmlns:a16="http://schemas.microsoft.com/office/drawing/2014/main" id="{AD9A598E-0DBC-4FBC-A41B-6C0BEF2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下流IF</a:t>
            </a:r>
          </a:p>
        </p:txBody>
      </p:sp>
      <p:sp>
        <p:nvSpPr>
          <p:cNvPr id="28" name="dependency-status-52027__s053o028">
            <a:extLst xmlns:a="http://schemas.openxmlformats.org/drawingml/2006/main">
              <a:ext uri="{FF2B5EF4-FFF2-40B4-BE49-F238E27FC236}">
                <a16:creationId xmlns:a16="http://schemas.microsoft.com/office/drawing/2014/main" id="{67F220E1-2CFA-4524-8BB2-148B84E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llout-52028__s053o029">
            <a:extLst xmlns:a="http://schemas.openxmlformats.org/drawingml/2006/main">
              <a:ext uri="{FF2B5EF4-FFF2-40B4-BE49-F238E27FC236}">
                <a16:creationId xmlns:a16="http://schemas.microsoft.com/office/drawing/2014/main" id="{2C6A502E-9BFC-4E1C-8790-C7B65F46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callout-text-52029__s053o030">
            <a:extLst xmlns:a="http://schemas.openxmlformats.org/drawingml/2006/main">
              <a:ext uri="{FF2B5EF4-FFF2-40B4-BE49-F238E27FC236}">
                <a16:creationId xmlns:a16="http://schemas.microsoft.com/office/drawing/2014/main" id="{7496E397-1D6D-41D0-B72C-5B556F8B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53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重点：帳票ジョブは固定長出力のため、個別確認が必要</a:t>
            </a:r>
          </a:p>
        </p:txBody>
      </p:sp>
    </p:spTree>
    <p:extLst>
      <p:ext uri="{BB962C8B-B14F-4D97-AF65-F5344CB8AC3E}">
        <p14:creationId xmlns:p14="http://schemas.microsoft.com/office/powerpoint/2010/main" val="28947147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4o001"/>
        <p:cNvGrpSpPr/>
        <p:nvPr/>
      </p:nvGrpSpPr>
      <p:grpSpPr>
        <a:xfrm xmlns:a="http://schemas.openxmlformats.org/drawingml/2006/main"/>
      </p:grpSpPr>
      <p:sp>
        <p:nvSpPr>
          <p:cNvPr id="2" name="label-53001__s054o002">
            <a:extLst xmlns:a="http://schemas.openxmlformats.org/drawingml/2006/main">
              <a:ext uri="{FF2B5EF4-FFF2-40B4-BE49-F238E27FC236}">
                <a16:creationId xmlns:a16="http://schemas.microsoft.com/office/drawing/2014/main" id="{4854AF0D-70CD-46F4-90B7-F86C3571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3002__s054o003">
            <a:extLst xmlns:a="http://schemas.openxmlformats.org/drawingml/2006/main">
              <a:ext uri="{FF2B5EF4-FFF2-40B4-BE49-F238E27FC236}">
                <a16:creationId xmlns:a16="http://schemas.microsoft.com/office/drawing/2014/main" id="{67C742AD-FD66-479B-A045-7A8A903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ステークホルダーマップ</a:t>
            </a:r>
          </a:p>
        </p:txBody>
      </p:sp>
      <p:sp>
        <p:nvSpPr>
          <p:cNvPr id="4" name="title-53003__s054o004">
            <a:extLst xmlns:a="http://schemas.openxmlformats.org/drawingml/2006/main">
              <a:ext uri="{FF2B5EF4-FFF2-40B4-BE49-F238E27FC236}">
                <a16:creationId xmlns:a16="http://schemas.microsoft.com/office/drawing/2014/main" id="{DCD0F7AD-D33C-44AD-94E7-0A9F16AA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影響力と関心が高い二者を早期に巻き込む</a:t>
            </a:r>
          </a:p>
        </p:txBody>
      </p:sp>
      <p:sp>
        <p:nvSpPr>
          <p:cNvPr id="5" name="rule-53004__s054o005">
            <a:extLst xmlns:a="http://schemas.openxmlformats.org/drawingml/2006/main">
              <a:ext uri="{FF2B5EF4-FFF2-40B4-BE49-F238E27FC236}">
                <a16:creationId xmlns:a16="http://schemas.microsoft.com/office/drawing/2014/main" id="{EF425BA4-4634-4764-9449-8D05666D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3005__s054o006">
            <a:extLst xmlns:a="http://schemas.openxmlformats.org/drawingml/2006/main">
              <a:ext uri="{FF2B5EF4-FFF2-40B4-BE49-F238E27FC236}">
                <a16:creationId xmlns:a16="http://schemas.microsoft.com/office/drawing/2014/main" id="{C4461202-4C62-4D00-B89C-578A9465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3006__s054o007">
            <a:extLst xmlns:a="http://schemas.openxmlformats.org/drawingml/2006/main">
              <a:ext uri="{FF2B5EF4-FFF2-40B4-BE49-F238E27FC236}">
                <a16:creationId xmlns:a16="http://schemas.microsoft.com/office/drawing/2014/main" id="{5AD5FAB4-76AB-47A0-9609-ACDA49FE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stakeholder-map  |  governance  |  架空データ</a:t>
            </a:r>
          </a:p>
        </p:txBody>
      </p:sp>
      <p:sp>
        <p:nvSpPr>
          <p:cNvPr id="8" name="page-number-53007__s054o008">
            <a:extLst xmlns:a="http://schemas.openxmlformats.org/drawingml/2006/main">
              <a:ext uri="{FF2B5EF4-FFF2-40B4-BE49-F238E27FC236}">
                <a16:creationId xmlns:a16="http://schemas.microsoft.com/office/drawing/2014/main" id="{70A53A8B-67D3-43FA-B083-0BDC0CB9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  <p:sp>
        <p:nvSpPr>
          <p:cNvPr id="9" name="stakeholder-matrix-53008__s054o009">
            <a:extLst xmlns:a="http://schemas.openxmlformats.org/drawingml/2006/main">
              <a:ext uri="{FF2B5EF4-FFF2-40B4-BE49-F238E27FC236}">
                <a16:creationId xmlns:a16="http://schemas.microsoft.com/office/drawing/2014/main" id="{B4A530DD-7FAB-4C36-A013-D1EC3EB3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rule-53009__s054o010">
            <a:extLst xmlns:a="http://schemas.openxmlformats.org/drawingml/2006/main">
              <a:ext uri="{FF2B5EF4-FFF2-40B4-BE49-F238E27FC236}">
                <a16:creationId xmlns:a16="http://schemas.microsoft.com/office/drawing/2014/main" id="{57FD5041-36E1-4B35-BACE-E47D30D2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002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53010__s054o011">
            <a:extLst xmlns:a="http://schemas.openxmlformats.org/drawingml/2006/main">
              <a:ext uri="{FF2B5EF4-FFF2-40B4-BE49-F238E27FC236}">
                <a16:creationId xmlns:a16="http://schemas.microsoft.com/office/drawing/2014/main" id="{B0FACFA3-9233-4B2B-A40B-15A5A8E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keholder-dot-53011__s054o012">
            <a:extLst xmlns:a="http://schemas.openxmlformats.org/drawingml/2006/main">
              <a:ext uri="{FF2B5EF4-FFF2-40B4-BE49-F238E27FC236}">
                <a16:creationId xmlns:a16="http://schemas.microsoft.com/office/drawing/2014/main" id="{6039A99A-EF88-421F-978D-5D231B4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35" y="22612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keholder-label-53012__s054o013">
            <a:extLst xmlns:a="http://schemas.openxmlformats.org/drawingml/2006/main">
              <a:ext uri="{FF2B5EF4-FFF2-40B4-BE49-F238E27FC236}">
                <a16:creationId xmlns:a16="http://schemas.microsoft.com/office/drawing/2014/main" id="{89E12EF0-3A42-4517-B8A4-BA8D7D0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735" y="222313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業務責任者</a:t>
            </a:r>
          </a:p>
        </p:txBody>
      </p:sp>
      <p:sp>
        <p:nvSpPr>
          <p:cNvPr id="14" name="stakeholder-dot-53013__s054o014">
            <a:extLst xmlns:a="http://schemas.openxmlformats.org/drawingml/2006/main">
              <a:ext uri="{FF2B5EF4-FFF2-40B4-BE49-F238E27FC236}">
                <a16:creationId xmlns:a16="http://schemas.microsoft.com/office/drawing/2014/main" id="{E7980EE2-75B3-453F-8799-0A0D877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8038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keholder-label-53014__s054o015">
            <a:extLst xmlns:a="http://schemas.openxmlformats.org/drawingml/2006/main">
              <a:ext uri="{FF2B5EF4-FFF2-40B4-BE49-F238E27FC236}">
                <a16:creationId xmlns:a16="http://schemas.microsoft.com/office/drawing/2014/main" id="{9F892067-F027-4B41-A2C4-8C56155A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4228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IT責任者</a:t>
            </a:r>
          </a:p>
        </p:txBody>
      </p:sp>
      <p:sp>
        <p:nvSpPr>
          <p:cNvPr id="16" name="stakeholder-dot-53015__s054o016">
            <a:extLst xmlns:a="http://schemas.openxmlformats.org/drawingml/2006/main">
              <a:ext uri="{FF2B5EF4-FFF2-40B4-BE49-F238E27FC236}">
                <a16:creationId xmlns:a16="http://schemas.microsoft.com/office/drawing/2014/main" id="{3F1A5135-2516-4C18-BF9C-7FE3CF9C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765" y="250698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keholder-label-53016__s054o017">
            <a:extLst xmlns:a="http://schemas.openxmlformats.org/drawingml/2006/main">
              <a:ext uri="{FF2B5EF4-FFF2-40B4-BE49-F238E27FC236}">
                <a16:creationId xmlns:a16="http://schemas.microsoft.com/office/drawing/2014/main" id="{67CA9EA1-C6C9-4145-A073-ABD9F5F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246888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監査部</a:t>
            </a:r>
          </a:p>
        </p:txBody>
      </p:sp>
      <p:sp>
        <p:nvSpPr>
          <p:cNvPr id="18" name="stakeholder-dot-53017__s054o018">
            <a:extLst xmlns:a="http://schemas.openxmlformats.org/drawingml/2006/main">
              <a:ext uri="{FF2B5EF4-FFF2-40B4-BE49-F238E27FC236}">
                <a16:creationId xmlns:a16="http://schemas.microsoft.com/office/drawing/2014/main" id="{F557187E-3F93-489E-94EB-799798E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8995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keholder-label-53018__s054o019">
            <a:extLst xmlns:a="http://schemas.openxmlformats.org/drawingml/2006/main">
              <a:ext uri="{FF2B5EF4-FFF2-40B4-BE49-F238E27FC236}">
                <a16:creationId xmlns:a16="http://schemas.microsoft.com/office/drawing/2014/main" id="{3E8B25C2-1E05-40B4-AE3E-EF8F4B17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605" y="386143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20" name="stakeholder-dot-53019__s054o020">
            <a:extLst xmlns:a="http://schemas.openxmlformats.org/drawingml/2006/main">
              <a:ext uri="{FF2B5EF4-FFF2-40B4-BE49-F238E27FC236}">
                <a16:creationId xmlns:a16="http://schemas.microsoft.com/office/drawing/2014/main" id="{FC540E3D-188E-4A6A-BA1B-C964B71D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4391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keholder-label-53020__s054o021">
            <a:extLst xmlns:a="http://schemas.openxmlformats.org/drawingml/2006/main">
              <a:ext uri="{FF2B5EF4-FFF2-40B4-BE49-F238E27FC236}">
                <a16:creationId xmlns:a16="http://schemas.microsoft.com/office/drawing/2014/main" id="{07500CA4-0FE8-4E3C-847B-9C33C804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協力会社</a:t>
            </a:r>
          </a:p>
        </p:txBody>
      </p:sp>
      <p:sp>
        <p:nvSpPr>
          <p:cNvPr id="22" name="section-heading-53021__s054o022">
            <a:extLst xmlns:a="http://schemas.openxmlformats.org/drawingml/2006/main">
              <a:ext uri="{FF2B5EF4-FFF2-40B4-BE49-F238E27FC236}">
                <a16:creationId xmlns:a16="http://schemas.microsoft.com/office/drawing/2014/main" id="{F4F28DDD-35AD-46B4-864E-33F5D29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関与方針</a:t>
            </a:r>
          </a:p>
        </p:txBody>
      </p:sp>
      <p:sp>
        <p:nvSpPr>
          <p:cNvPr id="23" name="bullet-53022__s054o023">
            <a:extLst xmlns:a="http://schemas.openxmlformats.org/drawingml/2006/main">
              <a:ext uri="{FF2B5EF4-FFF2-40B4-BE49-F238E27FC236}">
                <a16:creationId xmlns:a16="http://schemas.microsoft.com/office/drawing/2014/main" id="{D5143818-2CAA-4689-9675-04E1632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text-53023__s054o024">
            <a:extLst xmlns:a="http://schemas.openxmlformats.org/drawingml/2006/main">
              <a:ext uri="{FF2B5EF4-FFF2-40B4-BE49-F238E27FC236}">
                <a16:creationId xmlns:a16="http://schemas.microsoft.com/office/drawing/2014/main" id="{42F1C8CC-1FE5-4265-88BF-9DFB4760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業務責任者：週次で判断</a:t>
            </a:r>
          </a:p>
        </p:txBody>
      </p:sp>
      <p:sp>
        <p:nvSpPr>
          <p:cNvPr id="25" name="bullet-53024__s054o025">
            <a:extLst xmlns:a="http://schemas.openxmlformats.org/drawingml/2006/main">
              <a:ext uri="{FF2B5EF4-FFF2-40B4-BE49-F238E27FC236}">
                <a16:creationId xmlns:a16="http://schemas.microsoft.com/office/drawing/2014/main" id="{DD671AD3-EA2D-4398-8C08-FA09E7A6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text-53025__s054o026">
            <a:extLst xmlns:a="http://schemas.openxmlformats.org/drawingml/2006/main">
              <a:ext uri="{FF2B5EF4-FFF2-40B4-BE49-F238E27FC236}">
                <a16:creationId xmlns:a16="http://schemas.microsoft.com/office/drawing/2014/main" id="{3C9B3288-3103-4918-AD35-A6E5B79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IT責任者：設計を承認</a:t>
            </a:r>
          </a:p>
        </p:txBody>
      </p:sp>
      <p:sp>
        <p:nvSpPr>
          <p:cNvPr id="27" name="bullet-53026__s054o027">
            <a:extLst xmlns:a="http://schemas.openxmlformats.org/drawingml/2006/main">
              <a:ext uri="{FF2B5EF4-FFF2-40B4-BE49-F238E27FC236}">
                <a16:creationId xmlns:a16="http://schemas.microsoft.com/office/drawing/2014/main" id="{F872297C-AAB2-4562-82EF-84487E9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text-53027__s054o028">
            <a:extLst xmlns:a="http://schemas.openxmlformats.org/drawingml/2006/main">
              <a:ext uri="{FF2B5EF4-FFF2-40B4-BE49-F238E27FC236}">
                <a16:creationId xmlns:a16="http://schemas.microsoft.com/office/drawing/2014/main" id="{59B9A766-93EF-481C-BF24-DE20A85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監査部：開始前に統制確認</a:t>
            </a:r>
          </a:p>
        </p:txBody>
      </p:sp>
    </p:spTree>
    <p:extLst>
      <p:ext uri="{BB962C8B-B14F-4D97-AF65-F5344CB8AC3E}">
        <p14:creationId xmlns:p14="http://schemas.microsoft.com/office/powerpoint/2010/main" val="149648390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5o001"/>
        <p:cNvGrpSpPr/>
        <p:nvPr/>
      </p:nvGrpSpPr>
      <p:grpSpPr>
        <a:xfrm xmlns:a="http://schemas.openxmlformats.org/drawingml/2006/main"/>
      </p:grpSpPr>
      <p:sp>
        <p:nvSpPr>
          <p:cNvPr id="2" name="label-54001__s055o002">
            <a:extLst xmlns:a="http://schemas.openxmlformats.org/drawingml/2006/main">
              <a:ext uri="{FF2B5EF4-FFF2-40B4-BE49-F238E27FC236}">
                <a16:creationId xmlns:a16="http://schemas.microsoft.com/office/drawing/2014/main" id="{9EBA13EF-01F6-4384-8E97-FBE88BB7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4002__s055o003">
            <a:extLst xmlns:a="http://schemas.openxmlformats.org/drawingml/2006/main">
              <a:ext uri="{FF2B5EF4-FFF2-40B4-BE49-F238E27FC236}">
                <a16:creationId xmlns:a16="http://schemas.microsoft.com/office/drawing/2014/main" id="{D3F76D33-F4DB-43C2-8B33-422C06D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RACI</a:t>
            </a:r>
          </a:p>
        </p:txBody>
      </p:sp>
      <p:sp>
        <p:nvSpPr>
          <p:cNvPr id="4" name="title-54003__s055o004">
            <a:extLst xmlns:a="http://schemas.openxmlformats.org/drawingml/2006/main">
              <a:ext uri="{FF2B5EF4-FFF2-40B4-BE49-F238E27FC236}">
                <a16:creationId xmlns:a16="http://schemas.microsoft.com/office/drawing/2014/main" id="{082D58FE-56CB-4727-8A29-F70F322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社員が最終責任を持ち、AIと協力会社が支援する</a:t>
            </a:r>
          </a:p>
        </p:txBody>
      </p:sp>
      <p:sp>
        <p:nvSpPr>
          <p:cNvPr id="5" name="rule-54004__s055o005">
            <a:extLst xmlns:a="http://schemas.openxmlformats.org/drawingml/2006/main">
              <a:ext uri="{FF2B5EF4-FFF2-40B4-BE49-F238E27FC236}">
                <a16:creationId xmlns:a16="http://schemas.microsoft.com/office/drawing/2014/main" id="{A70605E9-4C3C-480E-AE32-C3DDFC1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4005__s055o006">
            <a:extLst xmlns:a="http://schemas.openxmlformats.org/drawingml/2006/main">
              <a:ext uri="{FF2B5EF4-FFF2-40B4-BE49-F238E27FC236}">
                <a16:creationId xmlns:a16="http://schemas.microsoft.com/office/drawing/2014/main" id="{528DC948-DAEA-4BFE-8D20-48DF880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4006__s055o007">
            <a:extLst xmlns:a="http://schemas.openxmlformats.org/drawingml/2006/main">
              <a:ext uri="{FF2B5EF4-FFF2-40B4-BE49-F238E27FC236}">
                <a16:creationId xmlns:a16="http://schemas.microsoft.com/office/drawing/2014/main" id="{1C4E6DCC-2D2E-49AF-8A42-752A7AB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raci  |  governance  |  架空データ</a:t>
            </a:r>
          </a:p>
        </p:txBody>
      </p:sp>
      <p:sp>
        <p:nvSpPr>
          <p:cNvPr id="8" name="page-number-54007__s055o008">
            <a:extLst xmlns:a="http://schemas.openxmlformats.org/drawingml/2006/main">
              <a:ext uri="{FF2B5EF4-FFF2-40B4-BE49-F238E27FC236}">
                <a16:creationId xmlns:a16="http://schemas.microsoft.com/office/drawing/2014/main" id="{22316280-8786-4667-92FF-3784E7F0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graphicFrame>
        <p:nvGraphicFramePr>
          <p:cNvPr id="9" name="object__s055o009"/>
          <p:cNvGraphicFramePr/>
          <p:nvPr/>
        </p:nvGraphicFramePr>
        <p:xfrm>
          <a:off xmlns:a="http://schemas.openxmlformats.org/drawingml/2006/main" x="2476500" y="1581150"/>
          <a:ext xmlns:a="http://schemas.openxmlformats.org/drawingml/2006/main" cx="90297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5940"/>
                <a:gridCol w="1805940"/>
                <a:gridCol w="1805940"/>
                <a:gridCol w="1805940"/>
                <a:gridCol w="1805940"/>
              </a:tblGrid>
              <a:tr h="66294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社員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協力会社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利用部門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62940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対象定義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母集団列挙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662940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anchor="ctr"/>
                    <a:lstStyle/>
                    <a:p>
                      <a:pPr algn="l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最終承認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section-heading-54008__s055o010">
            <a:extLst xmlns:a="http://schemas.openxmlformats.org/drawingml/2006/main">
              <a:ext uri="{FF2B5EF4-FFF2-40B4-BE49-F238E27FC236}">
                <a16:creationId xmlns:a16="http://schemas.microsoft.com/office/drawing/2014/main" id="{57DD2A66-D5FA-4E0D-AB46-BF2C5A1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凡例</a:t>
            </a:r>
          </a:p>
        </p:txBody>
      </p:sp>
      <p:sp>
        <p:nvSpPr>
          <p:cNvPr id="11" name="bullet-54009__s055o011">
            <a:extLst xmlns:a="http://schemas.openxmlformats.org/drawingml/2006/main">
              <a:ext uri="{FF2B5EF4-FFF2-40B4-BE49-F238E27FC236}">
                <a16:creationId xmlns:a16="http://schemas.microsoft.com/office/drawing/2014/main" id="{4B3107E2-65B2-4432-9777-EB4519C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54010__s055o012">
            <a:extLst xmlns:a="http://schemas.openxmlformats.org/drawingml/2006/main">
              <a:ext uri="{FF2B5EF4-FFF2-40B4-BE49-F238E27FC236}">
                <a16:creationId xmlns:a16="http://schemas.microsoft.com/office/drawing/2014/main" id="{B382062E-A344-46F1-A0A7-C3A098D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R：実行</a:t>
            </a:r>
          </a:p>
        </p:txBody>
      </p:sp>
      <p:sp>
        <p:nvSpPr>
          <p:cNvPr id="13" name="bullet-54011__s055o013">
            <a:extLst xmlns:a="http://schemas.openxmlformats.org/drawingml/2006/main">
              <a:ext uri="{FF2B5EF4-FFF2-40B4-BE49-F238E27FC236}">
                <a16:creationId xmlns:a16="http://schemas.microsoft.com/office/drawing/2014/main" id="{22E413CC-94A8-4570-B807-94A4A1E3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54012__s055o014">
            <a:extLst xmlns:a="http://schemas.openxmlformats.org/drawingml/2006/main">
              <a:ext uri="{FF2B5EF4-FFF2-40B4-BE49-F238E27FC236}">
                <a16:creationId xmlns:a16="http://schemas.microsoft.com/office/drawing/2014/main" id="{538ED11E-186B-46F0-820A-2E9E2A2E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A：最終責任</a:t>
            </a:r>
          </a:p>
        </p:txBody>
      </p:sp>
      <p:sp>
        <p:nvSpPr>
          <p:cNvPr id="15" name="bullet-54013__s055o015">
            <a:extLst xmlns:a="http://schemas.openxmlformats.org/drawingml/2006/main">
              <a:ext uri="{FF2B5EF4-FFF2-40B4-BE49-F238E27FC236}">
                <a16:creationId xmlns:a16="http://schemas.microsoft.com/office/drawing/2014/main" id="{9E15F0D0-0A45-423D-BDCA-FA69F07C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54014__s055o016">
            <a:extLst xmlns:a="http://schemas.openxmlformats.org/drawingml/2006/main">
              <a:ext uri="{FF2B5EF4-FFF2-40B4-BE49-F238E27FC236}">
                <a16:creationId xmlns:a16="http://schemas.microsoft.com/office/drawing/2014/main" id="{540BBF4B-859D-4317-830D-CDC0DD62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C：協議</a:t>
            </a:r>
          </a:p>
        </p:txBody>
      </p:sp>
      <p:sp>
        <p:nvSpPr>
          <p:cNvPr id="17" name="bullet-54015__s055o017">
            <a:extLst xmlns:a="http://schemas.openxmlformats.org/drawingml/2006/main">
              <a:ext uri="{FF2B5EF4-FFF2-40B4-BE49-F238E27FC236}">
                <a16:creationId xmlns:a16="http://schemas.microsoft.com/office/drawing/2014/main" id="{30161897-7F52-4990-B128-04BD25F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54016__s055o018">
            <a:extLst xmlns:a="http://schemas.openxmlformats.org/drawingml/2006/main">
              <a:ext uri="{FF2B5EF4-FFF2-40B4-BE49-F238E27FC236}">
                <a16:creationId xmlns:a16="http://schemas.microsoft.com/office/drawing/2014/main" id="{81131C12-204C-4957-9922-17E013C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I：共有</a:t>
            </a:r>
          </a:p>
        </p:txBody>
      </p:sp>
      <p:sp>
        <p:nvSpPr>
          <p:cNvPr id="19" name="callout-54017__s055o019">
            <a:extLst xmlns:a="http://schemas.openxmlformats.org/drawingml/2006/main">
              <a:ext uri="{FF2B5EF4-FFF2-40B4-BE49-F238E27FC236}">
                <a16:creationId xmlns:a16="http://schemas.microsoft.com/office/drawing/2014/main" id="{6F792150-84A8-4824-BC2E-2F6E07D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callout-text-54018__s055o020">
            <a:extLst xmlns:a="http://schemas.openxmlformats.org/drawingml/2006/main">
              <a:ext uri="{FF2B5EF4-FFF2-40B4-BE49-F238E27FC236}">
                <a16:creationId xmlns:a16="http://schemas.microsoft.com/office/drawing/2014/main" id="{287DB536-1D1C-4ECD-BB96-9744D4DD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AIへ最終承認を割り当てない</a:t>
            </a:r>
          </a:p>
        </p:txBody>
      </p:sp>
    </p:spTree>
    <p:extLst>
      <p:ext uri="{BB962C8B-B14F-4D97-AF65-F5344CB8AC3E}">
        <p14:creationId xmlns:p14="http://schemas.microsoft.com/office/powerpoint/2010/main" val="57889045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6o001"/>
        <p:cNvGrpSpPr/>
        <p:nvPr/>
      </p:nvGrpSpPr>
      <p:grpSpPr>
        <a:xfrm xmlns:a="http://schemas.openxmlformats.org/drawingml/2006/main"/>
      </p:grpSpPr>
      <p:sp>
        <p:nvSpPr>
          <p:cNvPr id="2" name="label-55001__s056o002">
            <a:extLst xmlns:a="http://schemas.openxmlformats.org/drawingml/2006/main">
              <a:ext uri="{FF2B5EF4-FFF2-40B4-BE49-F238E27FC236}">
                <a16:creationId xmlns:a16="http://schemas.microsoft.com/office/drawing/2014/main" id="{D481A128-238A-4014-91B2-2D8742B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5002__s056o003">
            <a:extLst xmlns:a="http://schemas.openxmlformats.org/drawingml/2006/main">
              <a:ext uri="{FF2B5EF4-FFF2-40B4-BE49-F238E27FC236}">
                <a16:creationId xmlns:a16="http://schemas.microsoft.com/office/drawing/2014/main" id="{116B4D59-1B6C-4677-B5EA-52E8C7F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リスクマトリクス</a:t>
            </a:r>
          </a:p>
        </p:txBody>
      </p:sp>
      <p:sp>
        <p:nvSpPr>
          <p:cNvPr id="4" name="title-55003__s056o004">
            <a:extLst xmlns:a="http://schemas.openxmlformats.org/drawingml/2006/main">
              <a:ext uri="{FF2B5EF4-FFF2-40B4-BE49-F238E27FC236}">
                <a16:creationId xmlns:a16="http://schemas.microsoft.com/office/drawing/2014/main" id="{52F972E4-0469-4753-BA40-DCFDD875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分類誤りと根拠欠落を優先的に抑える</a:t>
            </a:r>
          </a:p>
        </p:txBody>
      </p:sp>
      <p:sp>
        <p:nvSpPr>
          <p:cNvPr id="5" name="rule-55004__s056o005">
            <a:extLst xmlns:a="http://schemas.openxmlformats.org/drawingml/2006/main">
              <a:ext uri="{FF2B5EF4-FFF2-40B4-BE49-F238E27FC236}">
                <a16:creationId xmlns:a16="http://schemas.microsoft.com/office/drawing/2014/main" id="{AF11D9BE-8CF5-4765-8367-2E984F8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5005__s056o006">
            <a:extLst xmlns:a="http://schemas.openxmlformats.org/drawingml/2006/main">
              <a:ext uri="{FF2B5EF4-FFF2-40B4-BE49-F238E27FC236}">
                <a16:creationId xmlns:a16="http://schemas.microsoft.com/office/drawing/2014/main" id="{EC31204C-7F27-4327-A515-D6C4728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5006__s056o007">
            <a:extLst xmlns:a="http://schemas.openxmlformats.org/drawingml/2006/main">
              <a:ext uri="{FF2B5EF4-FFF2-40B4-BE49-F238E27FC236}">
                <a16:creationId xmlns:a16="http://schemas.microsoft.com/office/drawing/2014/main" id="{6D61EE9D-0149-44D1-9EFB-E36174C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risk-matrix  |  governance  |  架空データ</a:t>
            </a:r>
          </a:p>
        </p:txBody>
      </p:sp>
      <p:sp>
        <p:nvSpPr>
          <p:cNvPr id="8" name="page-number-55007__s056o008">
            <a:extLst xmlns:a="http://schemas.openxmlformats.org/drawingml/2006/main">
              <a:ext uri="{FF2B5EF4-FFF2-40B4-BE49-F238E27FC236}">
                <a16:creationId xmlns:a16="http://schemas.microsoft.com/office/drawing/2014/main" id="{20EE909D-613F-49D7-8F98-B63F1DB2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56</a:t>
            </a:r>
          </a:p>
        </p:txBody>
      </p:sp>
      <p:sp>
        <p:nvSpPr>
          <p:cNvPr id="9" name="risk-cell-55008__s056o009">
            <a:extLst xmlns:a="http://schemas.openxmlformats.org/drawingml/2006/main">
              <a:ext uri="{FF2B5EF4-FFF2-40B4-BE49-F238E27FC236}">
                <a16:creationId xmlns:a16="http://schemas.microsoft.com/office/drawing/2014/main" id="{7A337585-59E3-4E16-B5A4-DB490E4D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risk-cell-55009__s056o010">
            <a:extLst xmlns:a="http://schemas.openxmlformats.org/drawingml/2006/main">
              <a:ext uri="{FF2B5EF4-FFF2-40B4-BE49-F238E27FC236}">
                <a16:creationId xmlns:a16="http://schemas.microsoft.com/office/drawing/2014/main" id="{07647337-E583-4032-9F38-85FFCDCF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risk-cell-55010__s056o011">
            <a:extLst xmlns:a="http://schemas.openxmlformats.org/drawingml/2006/main">
              <a:ext uri="{FF2B5EF4-FFF2-40B4-BE49-F238E27FC236}">
                <a16:creationId xmlns:a16="http://schemas.microsoft.com/office/drawing/2014/main" id="{2A3A3D7E-9EEE-4624-B8BD-6817CD2B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240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risk-cell-55011__s056o012">
            <a:extLst xmlns:a="http://schemas.openxmlformats.org/drawingml/2006/main">
              <a:ext uri="{FF2B5EF4-FFF2-40B4-BE49-F238E27FC236}">
                <a16:creationId xmlns:a16="http://schemas.microsoft.com/office/drawing/2014/main" id="{BB1C00A5-7744-4AA0-A6DC-8364A966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risk-cell-55012__s056o013">
            <a:extLst xmlns:a="http://schemas.openxmlformats.org/drawingml/2006/main">
              <a:ext uri="{FF2B5EF4-FFF2-40B4-BE49-F238E27FC236}">
                <a16:creationId xmlns:a16="http://schemas.microsoft.com/office/drawing/2014/main" id="{9A366E99-661A-4302-8D64-F951B67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240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risk-cell-55013__s056o014">
            <a:extLst xmlns:a="http://schemas.openxmlformats.org/drawingml/2006/main">
              <a:ext uri="{FF2B5EF4-FFF2-40B4-BE49-F238E27FC236}">
                <a16:creationId xmlns:a16="http://schemas.microsoft.com/office/drawing/2014/main" id="{A11EFCB5-A283-449D-9F2A-33EEB811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risk-cell-55014__s056o015">
            <a:extLst xmlns:a="http://schemas.openxmlformats.org/drawingml/2006/main">
              <a:ext uri="{FF2B5EF4-FFF2-40B4-BE49-F238E27FC236}">
                <a16:creationId xmlns:a16="http://schemas.microsoft.com/office/drawing/2014/main" id="{A3E05B51-D9FF-45FE-9AD6-A7E145DC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risk-cell-55015__s056o016">
            <a:extLst xmlns:a="http://schemas.openxmlformats.org/drawingml/2006/main">
              <a:ext uri="{FF2B5EF4-FFF2-40B4-BE49-F238E27FC236}">
                <a16:creationId xmlns:a16="http://schemas.microsoft.com/office/drawing/2014/main" id="{4C9E8F62-D0F8-4558-B809-B2090766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risk-cell-55016__s056o017">
            <a:extLst xmlns:a="http://schemas.openxmlformats.org/drawingml/2006/main">
              <a:ext uri="{FF2B5EF4-FFF2-40B4-BE49-F238E27FC236}">
                <a16:creationId xmlns:a16="http://schemas.microsoft.com/office/drawing/2014/main" id="{234DD16E-A9B4-46DC-9953-55C9E16E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risk-cell-55017__s056o018">
            <a:extLst xmlns:a="http://schemas.openxmlformats.org/drawingml/2006/main">
              <a:ext uri="{FF2B5EF4-FFF2-40B4-BE49-F238E27FC236}">
                <a16:creationId xmlns:a16="http://schemas.microsoft.com/office/drawing/2014/main" id="{9696310A-2451-4A04-8A41-3F72531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risk-cell-55018__s056o019">
            <a:extLst xmlns:a="http://schemas.openxmlformats.org/drawingml/2006/main">
              <a:ext uri="{FF2B5EF4-FFF2-40B4-BE49-F238E27FC236}">
                <a16:creationId xmlns:a16="http://schemas.microsoft.com/office/drawing/2014/main" id="{B7BE821C-65AC-420A-B4D8-D10792F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risk-cell-55019__s056o020">
            <a:extLst xmlns:a="http://schemas.openxmlformats.org/drawingml/2006/main">
              <a:ext uri="{FF2B5EF4-FFF2-40B4-BE49-F238E27FC236}">
                <a16:creationId xmlns:a16="http://schemas.microsoft.com/office/drawing/2014/main" id="{B222B764-219B-42CA-AE9D-59A867F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623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risk-cell-55020__s056o021">
            <a:extLst xmlns:a="http://schemas.openxmlformats.org/drawingml/2006/main">
              <a:ext uri="{FF2B5EF4-FFF2-40B4-BE49-F238E27FC236}">
                <a16:creationId xmlns:a16="http://schemas.microsoft.com/office/drawing/2014/main" id="{47CC8CFC-6D19-49DF-B2F8-EA7D388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risk-cell-55021__s056o022">
            <a:extLst xmlns:a="http://schemas.openxmlformats.org/drawingml/2006/main">
              <a:ext uri="{FF2B5EF4-FFF2-40B4-BE49-F238E27FC236}">
                <a16:creationId xmlns:a16="http://schemas.microsoft.com/office/drawing/2014/main" id="{790A44FC-9707-49E3-836D-8A0DB00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risk-cell-55022__s056o023">
            <a:extLst xmlns:a="http://schemas.openxmlformats.org/drawingml/2006/main">
              <a:ext uri="{FF2B5EF4-FFF2-40B4-BE49-F238E27FC236}">
                <a16:creationId xmlns:a16="http://schemas.microsoft.com/office/drawing/2014/main" id="{D3518936-8105-4F43-AD56-73D6813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risk-cell-55023__s056o024">
            <a:extLst xmlns:a="http://schemas.openxmlformats.org/drawingml/2006/main">
              <a:ext uri="{FF2B5EF4-FFF2-40B4-BE49-F238E27FC236}">
                <a16:creationId xmlns:a16="http://schemas.microsoft.com/office/drawing/2014/main" id="{463BA5D0-DF86-477A-81A0-463F3BD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risk-cell-55024__s056o025">
            <a:extLst xmlns:a="http://schemas.openxmlformats.org/drawingml/2006/main">
              <a:ext uri="{FF2B5EF4-FFF2-40B4-BE49-F238E27FC236}">
                <a16:creationId xmlns:a16="http://schemas.microsoft.com/office/drawing/2014/main" id="{3F88E5FB-F7E3-4066-BD2A-671E7AAD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risk-cell-55025__s056o026">
            <a:extLst xmlns:a="http://schemas.openxmlformats.org/drawingml/2006/main">
              <a:ext uri="{FF2B5EF4-FFF2-40B4-BE49-F238E27FC236}">
                <a16:creationId xmlns:a16="http://schemas.microsoft.com/office/drawing/2014/main" id="{4953F5C9-FC68-414E-AE98-BF74ED5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risk-cell-55026__s056o027">
            <a:extLst xmlns:a="http://schemas.openxmlformats.org/drawingml/2006/main">
              <a:ext uri="{FF2B5EF4-FFF2-40B4-BE49-F238E27FC236}">
                <a16:creationId xmlns:a16="http://schemas.microsoft.com/office/drawing/2014/main" id="{3BD5020B-057C-4AB9-A8AE-C2A572FF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risk-cell-55027__s056o028">
            <a:extLst xmlns:a="http://schemas.openxmlformats.org/drawingml/2006/main">
              <a:ext uri="{FF2B5EF4-FFF2-40B4-BE49-F238E27FC236}">
                <a16:creationId xmlns:a16="http://schemas.microsoft.com/office/drawing/2014/main" id="{C4786F0F-BDD8-441E-8E8D-A0E30A72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814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risk-cell-55028__s056o029">
            <a:extLst xmlns:a="http://schemas.openxmlformats.org/drawingml/2006/main">
              <a:ext uri="{FF2B5EF4-FFF2-40B4-BE49-F238E27FC236}">
                <a16:creationId xmlns:a16="http://schemas.microsoft.com/office/drawing/2014/main" id="{DC586661-0EFD-4913-90BB-D9E9E3F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risk-cell-55029__s056o030">
            <a:extLst xmlns:a="http://schemas.openxmlformats.org/drawingml/2006/main">
              <a:ext uri="{FF2B5EF4-FFF2-40B4-BE49-F238E27FC236}">
                <a16:creationId xmlns:a16="http://schemas.microsoft.com/office/drawing/2014/main" id="{CF821B58-2D9D-4C29-8EDA-0532849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risk-cell-55030__s056o031">
            <a:extLst xmlns:a="http://schemas.openxmlformats.org/drawingml/2006/main">
              <a:ext uri="{FF2B5EF4-FFF2-40B4-BE49-F238E27FC236}">
                <a16:creationId xmlns:a16="http://schemas.microsoft.com/office/drawing/2014/main" id="{80437D17-7E96-48D0-9B72-FD010CC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risk-cell-55031__s056o032">
            <a:extLst xmlns:a="http://schemas.openxmlformats.org/drawingml/2006/main">
              <a:ext uri="{FF2B5EF4-FFF2-40B4-BE49-F238E27FC236}">
                <a16:creationId xmlns:a16="http://schemas.microsoft.com/office/drawing/2014/main" id="{43F5BE74-B1DE-464C-ABC1-4150BCF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risk-cell-55032__s056o033">
            <a:extLst xmlns:a="http://schemas.openxmlformats.org/drawingml/2006/main">
              <a:ext uri="{FF2B5EF4-FFF2-40B4-BE49-F238E27FC236}">
                <a16:creationId xmlns:a16="http://schemas.microsoft.com/office/drawing/2014/main" id="{6ADCBCCC-3354-4C89-8790-C633DB9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risk-dot-55033__s056o034">
            <a:extLst xmlns:a="http://schemas.openxmlformats.org/drawingml/2006/main">
              <a:ext uri="{FF2B5EF4-FFF2-40B4-BE49-F238E27FC236}">
                <a16:creationId xmlns:a16="http://schemas.microsoft.com/office/drawing/2014/main" id="{252760E0-AB63-4F72-B623-D68ABC32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isk-label-55034__s056o035">
            <a:extLst xmlns:a="http://schemas.openxmlformats.org/drawingml/2006/main">
              <a:ext uri="{FF2B5EF4-FFF2-40B4-BE49-F238E27FC236}">
                <a16:creationId xmlns:a16="http://schemas.microsoft.com/office/drawing/2014/main" id="{92AE607C-AB58-4633-A625-C7DFE16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819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分類誤り</a:t>
            </a:r>
          </a:p>
        </p:txBody>
      </p:sp>
      <p:sp>
        <p:nvSpPr>
          <p:cNvPr id="36" name="risk-dot-55035__s056o036">
            <a:extLst xmlns:a="http://schemas.openxmlformats.org/drawingml/2006/main">
              <a:ext uri="{FF2B5EF4-FFF2-40B4-BE49-F238E27FC236}">
                <a16:creationId xmlns:a16="http://schemas.microsoft.com/office/drawing/2014/main" id="{11A99F0D-D740-4DE6-A629-D34FA47E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isk-label-55036__s056o037">
            <a:extLst xmlns:a="http://schemas.openxmlformats.org/drawingml/2006/main">
              <a:ext uri="{FF2B5EF4-FFF2-40B4-BE49-F238E27FC236}">
                <a16:creationId xmlns:a16="http://schemas.microsoft.com/office/drawing/2014/main" id="{62677B4E-5E2A-4BC9-B8B8-992C9F82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19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根拠欠落</a:t>
            </a:r>
          </a:p>
        </p:txBody>
      </p:sp>
      <p:sp>
        <p:nvSpPr>
          <p:cNvPr id="38" name="risk-dot-55037__s056o038">
            <a:extLst xmlns:a="http://schemas.openxmlformats.org/drawingml/2006/main">
              <a:ext uri="{FF2B5EF4-FFF2-40B4-BE49-F238E27FC236}">
                <a16:creationId xmlns:a16="http://schemas.microsoft.com/office/drawing/2014/main" id="{CDA52F34-90F8-4C3E-B1FB-D787227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isk-label-55038__s056o039">
            <a:extLst xmlns:a="http://schemas.openxmlformats.org/drawingml/2006/main">
              <a:ext uri="{FF2B5EF4-FFF2-40B4-BE49-F238E27FC236}">
                <a16:creationId xmlns:a16="http://schemas.microsoft.com/office/drawing/2014/main" id="{F25FA638-2790-448E-8A76-8BB17BF6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76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処理遅延</a:t>
            </a:r>
          </a:p>
        </p:txBody>
      </p:sp>
      <p:sp>
        <p:nvSpPr>
          <p:cNvPr id="40" name="risk-dot-55039__s056o040">
            <a:extLst xmlns:a="http://schemas.openxmlformats.org/drawingml/2006/main">
              <a:ext uri="{FF2B5EF4-FFF2-40B4-BE49-F238E27FC236}">
                <a16:creationId xmlns:a16="http://schemas.microsoft.com/office/drawing/2014/main" id="{96744366-A2E5-4A28-9BD3-F79E10D9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8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isk-label-55040__s056o041">
            <a:extLst xmlns:a="http://schemas.openxmlformats.org/drawingml/2006/main">
              <a:ext uri="{FF2B5EF4-FFF2-40B4-BE49-F238E27FC236}">
                <a16:creationId xmlns:a16="http://schemas.microsoft.com/office/drawing/2014/main" id="{8DB67FA3-ADA5-4CB9-8249-F3A58F20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57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教育不足</a:t>
            </a:r>
          </a:p>
        </p:txBody>
      </p:sp>
      <p:sp>
        <p:nvSpPr>
          <p:cNvPr id="42" name="section-heading-55041__s056o042">
            <a:extLst xmlns:a="http://schemas.openxmlformats.org/drawingml/2006/main">
              <a:ext uri="{FF2B5EF4-FFF2-40B4-BE49-F238E27FC236}">
                <a16:creationId xmlns:a16="http://schemas.microsoft.com/office/drawing/2014/main" id="{1A9CCB51-BC4F-4000-B6C4-613C04A8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優先対応</a:t>
            </a:r>
          </a:p>
        </p:txBody>
      </p:sp>
      <p:sp>
        <p:nvSpPr>
          <p:cNvPr id="43" name="bullet-55042__s056o043">
            <a:extLst xmlns:a="http://schemas.openxmlformats.org/drawingml/2006/main">
              <a:ext uri="{FF2B5EF4-FFF2-40B4-BE49-F238E27FC236}">
                <a16:creationId xmlns:a16="http://schemas.microsoft.com/office/drawing/2014/main" id="{AB25DA01-05E2-4507-89A8-A8CFA825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ullet-text-55043__s056o044">
            <a:extLst xmlns:a="http://schemas.openxmlformats.org/drawingml/2006/main">
              <a:ext uri="{FF2B5EF4-FFF2-40B4-BE49-F238E27FC236}">
                <a16:creationId xmlns:a16="http://schemas.microsoft.com/office/drawing/2014/main" id="{F9691F4C-2FE9-49F3-BB3F-E83FF9A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分類誤り：判定規則を追加</a:t>
            </a:r>
          </a:p>
        </p:txBody>
      </p:sp>
      <p:sp>
        <p:nvSpPr>
          <p:cNvPr id="45" name="bullet-55044__s056o045">
            <a:extLst xmlns:a="http://schemas.openxmlformats.org/drawingml/2006/main">
              <a:ext uri="{FF2B5EF4-FFF2-40B4-BE49-F238E27FC236}">
                <a16:creationId xmlns:a16="http://schemas.microsoft.com/office/drawing/2014/main" id="{E83F0A73-12D4-48C1-A277-61E8FCE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ullet-text-55045__s056o046">
            <a:extLst xmlns:a="http://schemas.openxmlformats.org/drawingml/2006/main">
              <a:ext uri="{FF2B5EF4-FFF2-40B4-BE49-F238E27FC236}">
                <a16:creationId xmlns:a16="http://schemas.microsoft.com/office/drawing/2014/main" id="{48341D3C-3B54-4903-9252-4EE8D2D3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根拠欠落：必須証跡を固定</a:t>
            </a:r>
          </a:p>
        </p:txBody>
      </p:sp>
      <p:sp>
        <p:nvSpPr>
          <p:cNvPr id="47" name="callout-55046__s056o047">
            <a:extLst xmlns:a="http://schemas.openxmlformats.org/drawingml/2006/main">
              <a:ext uri="{FF2B5EF4-FFF2-40B4-BE49-F238E27FC236}">
                <a16:creationId xmlns:a16="http://schemas.microsoft.com/office/drawing/2014/main" id="{02D9A6AF-C57F-4D0D-9B5B-C12232A3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callout-text-55047__s056o048">
            <a:extLst xmlns:a="http://schemas.openxmlformats.org/drawingml/2006/main">
              <a:ext uri="{FF2B5EF4-FFF2-40B4-BE49-F238E27FC236}">
                <a16:creationId xmlns:a16="http://schemas.microsoft.com/office/drawing/2014/main" id="{38974379-C5C2-4AB3-83B7-0F552755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229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高リスク二項目を試行終了条件へ組み込む</a:t>
            </a:r>
          </a:p>
        </p:txBody>
      </p:sp>
    </p:spTree>
    <p:extLst>
      <p:ext uri="{BB962C8B-B14F-4D97-AF65-F5344CB8AC3E}">
        <p14:creationId xmlns:p14="http://schemas.microsoft.com/office/powerpoint/2010/main" val="491954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7o001"/>
        <p:cNvGrpSpPr/>
        <p:nvPr/>
      </p:nvGrpSpPr>
      <p:grpSpPr>
        <a:xfrm xmlns:a="http://schemas.openxmlformats.org/drawingml/2006/main"/>
      </p:grpSpPr>
      <p:sp>
        <p:nvSpPr>
          <p:cNvPr id="2" name="label-56001__s057o002">
            <a:extLst xmlns:a="http://schemas.openxmlformats.org/drawingml/2006/main">
              <a:ext uri="{FF2B5EF4-FFF2-40B4-BE49-F238E27FC236}">
                <a16:creationId xmlns:a16="http://schemas.microsoft.com/office/drawing/2014/main" id="{CED62EF8-B21C-4946-901A-6E91381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6002__s057o003">
            <a:extLst xmlns:a="http://schemas.openxmlformats.org/drawingml/2006/main">
              <a:ext uri="{FF2B5EF4-FFF2-40B4-BE49-F238E27FC236}">
                <a16:creationId xmlns:a16="http://schemas.microsoft.com/office/drawing/2014/main" id="{F35F2300-B5C2-4381-9E48-DA3C6143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RAGステータス</a:t>
            </a:r>
          </a:p>
        </p:txBody>
      </p:sp>
      <p:sp>
        <p:nvSpPr>
          <p:cNvPr id="4" name="title-56003__s057o004">
            <a:extLst xmlns:a="http://schemas.openxmlformats.org/drawingml/2006/main">
              <a:ext uri="{FF2B5EF4-FFF2-40B4-BE49-F238E27FC236}">
                <a16:creationId xmlns:a16="http://schemas.microsoft.com/office/drawing/2014/main" id="{817850C6-FBB0-48A7-B575-79507D1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高リスク二項目を移行判定までに解消する</a:t>
            </a:r>
          </a:p>
        </p:txBody>
      </p:sp>
      <p:sp>
        <p:nvSpPr>
          <p:cNvPr id="5" name="rule-56004__s057o005">
            <a:extLst xmlns:a="http://schemas.openxmlformats.org/drawingml/2006/main">
              <a:ext uri="{FF2B5EF4-FFF2-40B4-BE49-F238E27FC236}">
                <a16:creationId xmlns:a16="http://schemas.microsoft.com/office/drawing/2014/main" id="{17D50A93-4EDC-4F6D-8DB7-253F2FD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6005__s057o006">
            <a:extLst xmlns:a="http://schemas.openxmlformats.org/drawingml/2006/main">
              <a:ext uri="{FF2B5EF4-FFF2-40B4-BE49-F238E27FC236}">
                <a16:creationId xmlns:a16="http://schemas.microsoft.com/office/drawing/2014/main" id="{EB6030A3-7172-47BB-822B-4FCA79F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6006__s057o007">
            <a:extLst xmlns:a="http://schemas.openxmlformats.org/drawingml/2006/main">
              <a:ext uri="{FF2B5EF4-FFF2-40B4-BE49-F238E27FC236}">
                <a16:creationId xmlns:a16="http://schemas.microsoft.com/office/drawing/2014/main" id="{EC04AF58-2BEC-44EC-881F-63AEBC2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rag-status  |  governance  |  架空データ</a:t>
            </a:r>
          </a:p>
        </p:txBody>
      </p:sp>
      <p:sp>
        <p:nvSpPr>
          <p:cNvPr id="8" name="page-number-56007__s057o008">
            <a:extLst xmlns:a="http://schemas.openxmlformats.org/drawingml/2006/main">
              <a:ext uri="{FF2B5EF4-FFF2-40B4-BE49-F238E27FC236}">
                <a16:creationId xmlns:a16="http://schemas.microsoft.com/office/drawing/2014/main" id="{E6428914-10B0-451B-A23A-F36FD9B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57</a:t>
            </a:r>
          </a:p>
        </p:txBody>
      </p:sp>
      <p:sp>
        <p:nvSpPr>
          <p:cNvPr id="9" name="rag-row-56008__s057o009">
            <a:extLst xmlns:a="http://schemas.openxmlformats.org/drawingml/2006/main">
              <a:ext uri="{FF2B5EF4-FFF2-40B4-BE49-F238E27FC236}">
                <a16:creationId xmlns:a16="http://schemas.microsoft.com/office/drawing/2014/main" id="{B81D1E01-5DF7-4463-8D21-6F2DC23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g-dot-56009__s057o010">
            <a:extLst xmlns:a="http://schemas.openxmlformats.org/drawingml/2006/main">
              <a:ext uri="{FF2B5EF4-FFF2-40B4-BE49-F238E27FC236}">
                <a16:creationId xmlns:a16="http://schemas.microsoft.com/office/drawing/2014/main" id="{24D9D7D6-0BBE-4E35-AC30-6BA9EFE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g-risk-56010__s057o011">
            <a:extLst xmlns:a="http://schemas.openxmlformats.org/drawingml/2006/main">
              <a:ext uri="{FF2B5EF4-FFF2-40B4-BE49-F238E27FC236}">
                <a16:creationId xmlns:a16="http://schemas.microsoft.com/office/drawing/2014/main" id="{85D8034E-312D-4AB8-90BE-52C150E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分類誤り</a:t>
            </a:r>
          </a:p>
        </p:txBody>
      </p:sp>
      <p:sp>
        <p:nvSpPr>
          <p:cNvPr id="12" name="rag-owner-56011__s057o012">
            <a:extLst xmlns:a="http://schemas.openxmlformats.org/drawingml/2006/main">
              <a:ext uri="{FF2B5EF4-FFF2-40B4-BE49-F238E27FC236}">
                <a16:creationId xmlns:a16="http://schemas.microsoft.com/office/drawing/2014/main" id="{A431DC6B-6871-4424-97D4-1DCB31EC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設計責任者</a:t>
            </a:r>
          </a:p>
        </p:txBody>
      </p:sp>
      <p:sp>
        <p:nvSpPr>
          <p:cNvPr id="13" name="rag-response-56012__s057o013">
            <a:extLst xmlns:a="http://schemas.openxmlformats.org/drawingml/2006/main">
              <a:ext uri="{FF2B5EF4-FFF2-40B4-BE49-F238E27FC236}">
                <a16:creationId xmlns:a16="http://schemas.microsoft.com/office/drawing/2014/main" id="{140A380D-727C-48F1-83B6-A58B32A3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評価条件を追加</a:t>
            </a:r>
          </a:p>
        </p:txBody>
      </p:sp>
      <p:sp>
        <p:nvSpPr>
          <p:cNvPr id="14" name="rag-row-56013__s057o014">
            <a:extLst xmlns:a="http://schemas.openxmlformats.org/drawingml/2006/main">
              <a:ext uri="{FF2B5EF4-FFF2-40B4-BE49-F238E27FC236}">
                <a16:creationId xmlns:a16="http://schemas.microsoft.com/office/drawing/2014/main" id="{3B63E0E5-2099-4744-AC21-3DB0EF0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rag-dot-56014__s057o015">
            <a:extLst xmlns:a="http://schemas.openxmlformats.org/drawingml/2006/main">
              <a:ext uri="{FF2B5EF4-FFF2-40B4-BE49-F238E27FC236}">
                <a16:creationId xmlns:a16="http://schemas.microsoft.com/office/drawing/2014/main" id="{EB625DF0-7189-4C31-A843-1DA1CB1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g-risk-56015__s057o016">
            <a:extLst xmlns:a="http://schemas.openxmlformats.org/drawingml/2006/main">
              <a:ext uri="{FF2B5EF4-FFF2-40B4-BE49-F238E27FC236}">
                <a16:creationId xmlns:a16="http://schemas.microsoft.com/office/drawing/2014/main" id="{0DA65B18-A59D-4E20-A405-0BE8E6D5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根拠欠落</a:t>
            </a:r>
          </a:p>
        </p:txBody>
      </p:sp>
      <p:sp>
        <p:nvSpPr>
          <p:cNvPr id="17" name="rag-owner-56016__s057o017">
            <a:extLst xmlns:a="http://schemas.openxmlformats.org/drawingml/2006/main">
              <a:ext uri="{FF2B5EF4-FFF2-40B4-BE49-F238E27FC236}">
                <a16:creationId xmlns:a16="http://schemas.microsoft.com/office/drawing/2014/main" id="{CE654397-2033-4E61-B352-4A771A3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品質責任者</a:t>
            </a:r>
          </a:p>
        </p:txBody>
      </p:sp>
      <p:sp>
        <p:nvSpPr>
          <p:cNvPr id="18" name="rag-response-56017__s057o018">
            <a:extLst xmlns:a="http://schemas.openxmlformats.org/drawingml/2006/main">
              <a:ext uri="{FF2B5EF4-FFF2-40B4-BE49-F238E27FC236}">
                <a16:creationId xmlns:a16="http://schemas.microsoft.com/office/drawing/2014/main" id="{D9FEDAC0-4303-454D-ACC4-CB97C00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必須証跡を固定</a:t>
            </a:r>
          </a:p>
        </p:txBody>
      </p:sp>
      <p:sp>
        <p:nvSpPr>
          <p:cNvPr id="19" name="rag-row-56018__s057o019">
            <a:extLst xmlns:a="http://schemas.openxmlformats.org/drawingml/2006/main">
              <a:ext uri="{FF2B5EF4-FFF2-40B4-BE49-F238E27FC236}">
                <a16:creationId xmlns:a16="http://schemas.microsoft.com/office/drawing/2014/main" id="{D8AE2EBC-B212-44B7-A036-E9948B8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rag-dot-56019__s057o020">
            <a:extLst xmlns:a="http://schemas.openxmlformats.org/drawingml/2006/main">
              <a:ext uri="{FF2B5EF4-FFF2-40B4-BE49-F238E27FC236}">
                <a16:creationId xmlns:a16="http://schemas.microsoft.com/office/drawing/2014/main" id="{AB004E6C-D3D0-40E6-AE8F-F82B79C7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g-risk-56020__s057o021">
            <a:extLst xmlns:a="http://schemas.openxmlformats.org/drawingml/2006/main">
              <a:ext uri="{FF2B5EF4-FFF2-40B4-BE49-F238E27FC236}">
                <a16:creationId xmlns:a16="http://schemas.microsoft.com/office/drawing/2014/main" id="{9122B42B-FF9D-49CD-B47C-8061BEFA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処理遅延</a:t>
            </a:r>
          </a:p>
        </p:txBody>
      </p:sp>
      <p:sp>
        <p:nvSpPr>
          <p:cNvPr id="22" name="rag-owner-56021__s057o022">
            <a:extLst xmlns:a="http://schemas.openxmlformats.org/drawingml/2006/main">
              <a:ext uri="{FF2B5EF4-FFF2-40B4-BE49-F238E27FC236}">
                <a16:creationId xmlns:a16="http://schemas.microsoft.com/office/drawing/2014/main" id="{F35BFA0A-6412-4365-82CA-EF74718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運用担当</a:t>
            </a:r>
          </a:p>
        </p:txBody>
      </p:sp>
      <p:sp>
        <p:nvSpPr>
          <p:cNvPr id="23" name="rag-response-56022__s057o023">
            <a:extLst xmlns:a="http://schemas.openxmlformats.org/drawingml/2006/main">
              <a:ext uri="{FF2B5EF4-FFF2-40B4-BE49-F238E27FC236}">
                <a16:creationId xmlns:a16="http://schemas.microsoft.com/office/drawing/2014/main" id="{B59BD10E-CD2A-484F-9A34-A049A3AA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監視を追加</a:t>
            </a:r>
          </a:p>
        </p:txBody>
      </p:sp>
      <p:sp>
        <p:nvSpPr>
          <p:cNvPr id="24" name="rag-row-56023__s057o024">
            <a:extLst xmlns:a="http://schemas.openxmlformats.org/drawingml/2006/main">
              <a:ext uri="{FF2B5EF4-FFF2-40B4-BE49-F238E27FC236}">
                <a16:creationId xmlns:a16="http://schemas.microsoft.com/office/drawing/2014/main" id="{2767974C-AA6C-4122-B007-999F79CE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rag-dot-56024__s057o025">
            <a:extLst xmlns:a="http://schemas.openxmlformats.org/drawingml/2006/main">
              <a:ext uri="{FF2B5EF4-FFF2-40B4-BE49-F238E27FC236}">
                <a16:creationId xmlns:a16="http://schemas.microsoft.com/office/drawing/2014/main" id="{EC445FC9-A284-42AF-A5BA-E5A1D4B2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ag-risk-56025__s057o026">
            <a:extLst xmlns:a="http://schemas.openxmlformats.org/drawingml/2006/main">
              <a:ext uri="{FF2B5EF4-FFF2-40B4-BE49-F238E27FC236}">
                <a16:creationId xmlns:a16="http://schemas.microsoft.com/office/drawing/2014/main" id="{B3D5A8BC-6512-4223-8603-11597463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権限設定</a:t>
            </a:r>
          </a:p>
        </p:txBody>
      </p:sp>
      <p:sp>
        <p:nvSpPr>
          <p:cNvPr id="27" name="rag-owner-56026__s057o027">
            <a:extLst xmlns:a="http://schemas.openxmlformats.org/drawingml/2006/main">
              <a:ext uri="{FF2B5EF4-FFF2-40B4-BE49-F238E27FC236}">
                <a16:creationId xmlns:a16="http://schemas.microsoft.com/office/drawing/2014/main" id="{48A6FBE0-BA77-46C9-B264-2ABE541D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基盤担当</a:t>
            </a:r>
          </a:p>
        </p:txBody>
      </p:sp>
      <p:sp>
        <p:nvSpPr>
          <p:cNvPr id="28" name="rag-response-56027__s057o028">
            <a:extLst xmlns:a="http://schemas.openxmlformats.org/drawingml/2006/main">
              <a:ext uri="{FF2B5EF4-FFF2-40B4-BE49-F238E27FC236}">
                <a16:creationId xmlns:a16="http://schemas.microsoft.com/office/drawing/2014/main" id="{1301D289-D490-4731-99CB-378F70C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確認済み</a:t>
            </a:r>
          </a:p>
        </p:txBody>
      </p:sp>
      <p:sp>
        <p:nvSpPr>
          <p:cNvPr id="29" name="rag-row-56028__s057o029">
            <a:extLst xmlns:a="http://schemas.openxmlformats.org/drawingml/2006/main">
              <a:ext uri="{FF2B5EF4-FFF2-40B4-BE49-F238E27FC236}">
                <a16:creationId xmlns:a16="http://schemas.microsoft.com/office/drawing/2014/main" id="{A640A279-6ED3-47E6-B6D4-83E758B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rag-dot-56029__s057o030">
            <a:extLst xmlns:a="http://schemas.openxmlformats.org/drawingml/2006/main">
              <a:ext uri="{FF2B5EF4-FFF2-40B4-BE49-F238E27FC236}">
                <a16:creationId xmlns:a16="http://schemas.microsoft.com/office/drawing/2014/main" id="{9132165E-A687-4187-A023-785D3C3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ag-risk-56030__s057o031">
            <a:extLst xmlns:a="http://schemas.openxmlformats.org/drawingml/2006/main">
              <a:ext uri="{FF2B5EF4-FFF2-40B4-BE49-F238E27FC236}">
                <a16:creationId xmlns:a16="http://schemas.microsoft.com/office/drawing/2014/main" id="{D31CFE9A-D0FF-4E10-A467-DF9DD337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教育不足</a:t>
            </a:r>
          </a:p>
        </p:txBody>
      </p:sp>
      <p:sp>
        <p:nvSpPr>
          <p:cNvPr id="32" name="rag-owner-56031__s057o032">
            <a:extLst xmlns:a="http://schemas.openxmlformats.org/drawingml/2006/main">
              <a:ext uri="{FF2B5EF4-FFF2-40B4-BE49-F238E27FC236}">
                <a16:creationId xmlns:a16="http://schemas.microsoft.com/office/drawing/2014/main" id="{B9E7D1BA-A998-497E-94FD-E0F42DB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57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利用部門</a:t>
            </a:r>
          </a:p>
        </p:txBody>
      </p:sp>
      <p:sp>
        <p:nvSpPr>
          <p:cNvPr id="33" name="rag-response-56032__s057o033">
            <a:extLst xmlns:a="http://schemas.openxmlformats.org/drawingml/2006/main">
              <a:ext uri="{FF2B5EF4-FFF2-40B4-BE49-F238E27FC236}">
                <a16:creationId xmlns:a16="http://schemas.microsoft.com/office/drawing/2014/main" id="{3CE4B6B8-3478-4693-B659-A602BF5E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研修を前倒し</a:t>
            </a:r>
          </a:p>
        </p:txBody>
      </p:sp>
      <p:sp>
        <p:nvSpPr>
          <p:cNvPr id="34" name="callout-56033__s057o034">
            <a:extLst xmlns:a="http://schemas.openxmlformats.org/drawingml/2006/main">
              <a:ext uri="{FF2B5EF4-FFF2-40B4-BE49-F238E27FC236}">
                <a16:creationId xmlns:a16="http://schemas.microsoft.com/office/drawing/2014/main" id="{13049E5E-7BFF-435F-AD5B-FF3752DA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callout-text-56034__s057o035">
            <a:extLst xmlns:a="http://schemas.openxmlformats.org/drawingml/2006/main">
              <a:ext uri="{FF2B5EF4-FFF2-40B4-BE49-F238E27FC236}">
                <a16:creationId xmlns:a16="http://schemas.microsoft.com/office/drawing/2014/main" id="{00F78F18-7094-4D23-8FAB-874318F3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赤二項目が解消するまで本番移行しない</a:t>
            </a:r>
          </a:p>
        </p:txBody>
      </p:sp>
    </p:spTree>
    <p:extLst>
      <p:ext uri="{BB962C8B-B14F-4D97-AF65-F5344CB8AC3E}">
        <p14:creationId xmlns:p14="http://schemas.microsoft.com/office/powerpoint/2010/main" val="30234480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8o001"/>
        <p:cNvGrpSpPr/>
        <p:nvPr/>
      </p:nvGrpSpPr>
      <p:grpSpPr>
        <a:xfrm xmlns:a="http://schemas.openxmlformats.org/drawingml/2006/main"/>
      </p:grpSpPr>
      <p:sp>
        <p:nvSpPr>
          <p:cNvPr id="2" name="label-57001__s058o002">
            <a:extLst xmlns:a="http://schemas.openxmlformats.org/drawingml/2006/main">
              <a:ext uri="{FF2B5EF4-FFF2-40B4-BE49-F238E27FC236}">
                <a16:creationId xmlns:a16="http://schemas.microsoft.com/office/drawing/2014/main" id="{7BA2B4B2-4B39-415B-9225-845E577D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7002__s058o003">
            <a:extLst xmlns:a="http://schemas.openxmlformats.org/drawingml/2006/main">
              <a:ext uri="{FF2B5EF4-FFF2-40B4-BE49-F238E27FC236}">
                <a16:creationId xmlns:a16="http://schemas.microsoft.com/office/drawing/2014/main" id="{98E766DB-CD07-494B-84EB-82F7D685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画像左</a:t>
            </a:r>
          </a:p>
        </p:txBody>
      </p:sp>
      <p:sp>
        <p:nvSpPr>
          <p:cNvPr id="4" name="title-57003__s058o004">
            <a:extLst xmlns:a="http://schemas.openxmlformats.org/drawingml/2006/main">
              <a:ext uri="{FF2B5EF4-FFF2-40B4-BE49-F238E27FC236}">
                <a16:creationId xmlns:a16="http://schemas.microsoft.com/office/drawing/2014/main" id="{D3B6093A-6610-4B26-97C8-EB17A89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現場操作を具体化し、改善後の利用像を共有する</a:t>
            </a:r>
          </a:p>
        </p:txBody>
      </p:sp>
      <p:sp>
        <p:nvSpPr>
          <p:cNvPr id="5" name="rule-57004__s058o005">
            <a:extLst xmlns:a="http://schemas.openxmlformats.org/drawingml/2006/main">
              <a:ext uri="{FF2B5EF4-FFF2-40B4-BE49-F238E27FC236}">
                <a16:creationId xmlns:a16="http://schemas.microsoft.com/office/drawing/2014/main" id="{E4291ACC-D108-4180-9D69-B327C621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7005__s058o006">
            <a:extLst xmlns:a="http://schemas.openxmlformats.org/drawingml/2006/main">
              <a:ext uri="{FF2B5EF4-FFF2-40B4-BE49-F238E27FC236}">
                <a16:creationId xmlns:a16="http://schemas.microsoft.com/office/drawing/2014/main" id="{D73ECA90-18D6-4818-9AD4-92A3B77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7006__s058o007">
            <a:extLst xmlns:a="http://schemas.openxmlformats.org/drawingml/2006/main">
              <a:ext uri="{FF2B5EF4-FFF2-40B4-BE49-F238E27FC236}">
                <a16:creationId xmlns:a16="http://schemas.microsoft.com/office/drawing/2014/main" id="{EB403CCD-D0DD-481B-8399-D8560B0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image-left  |  visual  |  架空データ</a:t>
            </a:r>
          </a:p>
        </p:txBody>
      </p:sp>
      <p:sp>
        <p:nvSpPr>
          <p:cNvPr id="8" name="page-number-57007__s058o008">
            <a:extLst xmlns:a="http://schemas.openxmlformats.org/drawingml/2006/main">
              <a:ext uri="{FF2B5EF4-FFF2-40B4-BE49-F238E27FC236}">
                <a16:creationId xmlns:a16="http://schemas.microsoft.com/office/drawing/2014/main" id="{3F95CBC5-E4DC-4BA1-BEB0-890246F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58</a:t>
            </a:r>
          </a:p>
        </p:txBody>
      </p:sp>
      <p:sp>
        <p:nvSpPr>
          <p:cNvPr id="9" name="image-placeholder-57008__s058o009">
            <a:extLst xmlns:a="http://schemas.openxmlformats.org/drawingml/2006/main">
              <a:ext uri="{FF2B5EF4-FFF2-40B4-BE49-F238E27FC236}">
                <a16:creationId xmlns:a16="http://schemas.microsoft.com/office/drawing/2014/main" id="{610BEA18-1BD5-46F2-9B6E-5373E2B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image-accent-57009__s058o010">
            <a:extLst xmlns:a="http://schemas.openxmlformats.org/drawingml/2006/main">
              <a:ext uri="{FF2B5EF4-FFF2-40B4-BE49-F238E27FC236}">
                <a16:creationId xmlns:a16="http://schemas.microsoft.com/office/drawing/2014/main" id="{B1C8EF69-D9C8-4D44-B99E-062E2ECD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2259"/>
            <a:ext cx="1857375" cy="2248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mage-rule-57010__s058o011">
            <a:extLst xmlns:a="http://schemas.openxmlformats.org/drawingml/2006/main">
              <a:ext uri="{FF2B5EF4-FFF2-40B4-BE49-F238E27FC236}">
                <a16:creationId xmlns:a16="http://schemas.microsoft.com/office/drawing/2014/main" id="{C2D7578C-4554-4BFE-9525-D9C288B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77668"/>
            <a:ext cx="2600325" cy="51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age-rule-57011__s058o012">
            <a:extLst xmlns:a="http://schemas.openxmlformats.org/drawingml/2006/main">
              <a:ext uri="{FF2B5EF4-FFF2-40B4-BE49-F238E27FC236}">
                <a16:creationId xmlns:a16="http://schemas.microsoft.com/office/drawing/2014/main" id="{1F36C194-25FD-4AFE-8041-F0DF05D5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99295"/>
            <a:ext cx="1733550" cy="3459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age-label-57012__s058o013">
            <a:extLst xmlns:a="http://schemas.openxmlformats.org/drawingml/2006/main">
              <a:ext uri="{FF2B5EF4-FFF2-40B4-BE49-F238E27FC236}">
                <a16:creationId xmlns:a16="http://schemas.microsoft.com/office/drawing/2014/main" id="{0F6520AE-8D21-4197-9D72-D2BA0A5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34434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01</a:t>
            </a:r>
          </a:p>
        </p:txBody>
      </p:sp>
      <p:sp>
        <p:nvSpPr>
          <p:cNvPr id="14" name="section-heading-57013__s058o014">
            <a:extLst xmlns:a="http://schemas.openxmlformats.org/drawingml/2006/main">
              <a:ext uri="{FF2B5EF4-FFF2-40B4-BE49-F238E27FC236}">
                <a16:creationId xmlns:a16="http://schemas.microsoft.com/office/drawing/2014/main" id="{83C795D3-C371-4473-9B51-947BF47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一つの画面で状態と根拠を確認する</a:t>
            </a:r>
          </a:p>
        </p:txBody>
      </p:sp>
      <p:sp>
        <p:nvSpPr>
          <p:cNvPr id="15" name="visual-body-57014__s058o015">
            <a:extLst xmlns:a="http://schemas.openxmlformats.org/drawingml/2006/main">
              <a:ext uri="{FF2B5EF4-FFF2-40B4-BE49-F238E27FC236}">
                <a16:creationId xmlns:a16="http://schemas.microsoft.com/office/drawing/2014/main" id="{65794451-395F-4057-8DDB-CDE78FE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一覧から案件を選び、調査結果、未確認事項、承認履歴を同じ文脈で確認する。</a:t>
            </a:r>
          </a:p>
        </p:txBody>
      </p:sp>
      <p:sp>
        <p:nvSpPr>
          <p:cNvPr id="16" name="bullet-57015__s058o016">
            <a:extLst xmlns:a="http://schemas.openxmlformats.org/drawingml/2006/main">
              <a:ext uri="{FF2B5EF4-FFF2-40B4-BE49-F238E27FC236}">
                <a16:creationId xmlns:a16="http://schemas.microsoft.com/office/drawing/2014/main" id="{1A76CECF-A504-4968-8D6F-EC6A6E09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57016__s058o017">
            <a:extLst xmlns:a="http://schemas.openxmlformats.org/drawingml/2006/main">
              <a:ext uri="{FF2B5EF4-FFF2-40B4-BE49-F238E27FC236}">
                <a16:creationId xmlns:a16="http://schemas.microsoft.com/office/drawing/2014/main" id="{CF23C3FE-6A78-4CFB-ABB5-835CAB1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視線移動を減らす</a:t>
            </a:r>
          </a:p>
        </p:txBody>
      </p:sp>
      <p:sp>
        <p:nvSpPr>
          <p:cNvPr id="18" name="bullet-57017__s058o018">
            <a:extLst xmlns:a="http://schemas.openxmlformats.org/drawingml/2006/main">
              <a:ext uri="{FF2B5EF4-FFF2-40B4-BE49-F238E27FC236}">
                <a16:creationId xmlns:a16="http://schemas.microsoft.com/office/drawing/2014/main" id="{EEC1F7E4-6D43-4BF2-881A-0BC8970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43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57018__s058o019">
            <a:extLst xmlns:a="http://schemas.openxmlformats.org/drawingml/2006/main">
              <a:ext uri="{FF2B5EF4-FFF2-40B4-BE49-F238E27FC236}">
                <a16:creationId xmlns:a16="http://schemas.microsoft.com/office/drawing/2014/main" id="{E27CA4E2-21D4-4A29-B298-13712AB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根拠を隠さない</a:t>
            </a:r>
          </a:p>
        </p:txBody>
      </p:sp>
    </p:spTree>
    <p:extLst>
      <p:ext uri="{BB962C8B-B14F-4D97-AF65-F5344CB8AC3E}">
        <p14:creationId xmlns:p14="http://schemas.microsoft.com/office/powerpoint/2010/main" val="51103260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59o001"/>
        <p:cNvGrpSpPr/>
        <p:nvPr/>
      </p:nvGrpSpPr>
      <p:grpSpPr>
        <a:xfrm xmlns:a="http://schemas.openxmlformats.org/drawingml/2006/main"/>
      </p:grpSpPr>
      <p:sp>
        <p:nvSpPr>
          <p:cNvPr id="2" name="label-58001__s059o002">
            <a:extLst xmlns:a="http://schemas.openxmlformats.org/drawingml/2006/main">
              <a:ext uri="{FF2B5EF4-FFF2-40B4-BE49-F238E27FC236}">
                <a16:creationId xmlns:a16="http://schemas.microsoft.com/office/drawing/2014/main" id="{2150C3BF-E2D4-4CE6-B0E2-E7F2D42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8002__s059o003">
            <a:extLst xmlns:a="http://schemas.openxmlformats.org/drawingml/2006/main">
              <a:ext uri="{FF2B5EF4-FFF2-40B4-BE49-F238E27FC236}">
                <a16:creationId xmlns:a16="http://schemas.microsoft.com/office/drawing/2014/main" id="{03DB4DD3-7E1D-4AA5-8564-1E31CD4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画像右</a:t>
            </a:r>
          </a:p>
        </p:txBody>
      </p:sp>
      <p:sp>
        <p:nvSpPr>
          <p:cNvPr id="4" name="title-58003__s059o004">
            <a:extLst xmlns:a="http://schemas.openxmlformats.org/drawingml/2006/main">
              <a:ext uri="{FF2B5EF4-FFF2-40B4-BE49-F238E27FC236}">
                <a16:creationId xmlns:a16="http://schemas.microsoft.com/office/drawing/2014/main" id="{A72ED70A-0364-4942-91DB-20F9D923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現場操作を具体化し、改善後の利用像を共有する</a:t>
            </a:r>
          </a:p>
        </p:txBody>
      </p:sp>
      <p:sp>
        <p:nvSpPr>
          <p:cNvPr id="5" name="rule-58004__s059o005">
            <a:extLst xmlns:a="http://schemas.openxmlformats.org/drawingml/2006/main">
              <a:ext uri="{FF2B5EF4-FFF2-40B4-BE49-F238E27FC236}">
                <a16:creationId xmlns:a16="http://schemas.microsoft.com/office/drawing/2014/main" id="{BB4FBAE1-8050-4480-9B79-FEAF2724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8005__s059o006">
            <a:extLst xmlns:a="http://schemas.openxmlformats.org/drawingml/2006/main">
              <a:ext uri="{FF2B5EF4-FFF2-40B4-BE49-F238E27FC236}">
                <a16:creationId xmlns:a16="http://schemas.microsoft.com/office/drawing/2014/main" id="{F1E6C662-0812-48AF-BDB6-602A058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8006__s059o007">
            <a:extLst xmlns:a="http://schemas.openxmlformats.org/drawingml/2006/main">
              <a:ext uri="{FF2B5EF4-FFF2-40B4-BE49-F238E27FC236}">
                <a16:creationId xmlns:a16="http://schemas.microsoft.com/office/drawing/2014/main" id="{336554E8-8D87-4288-A2F0-438A4BB0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image-right  |  visual  |  架空データ</a:t>
            </a:r>
          </a:p>
        </p:txBody>
      </p:sp>
      <p:sp>
        <p:nvSpPr>
          <p:cNvPr id="8" name="page-number-58007__s059o008">
            <a:extLst xmlns:a="http://schemas.openxmlformats.org/drawingml/2006/main">
              <a:ext uri="{FF2B5EF4-FFF2-40B4-BE49-F238E27FC236}">
                <a16:creationId xmlns:a16="http://schemas.microsoft.com/office/drawing/2014/main" id="{3EE81420-04B0-4C48-A252-1457F9E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59</a:t>
            </a:r>
          </a:p>
        </p:txBody>
      </p:sp>
      <p:sp>
        <p:nvSpPr>
          <p:cNvPr id="9" name="section-heading-58008__s059o009">
            <a:extLst xmlns:a="http://schemas.openxmlformats.org/drawingml/2006/main">
              <a:ext uri="{FF2B5EF4-FFF2-40B4-BE49-F238E27FC236}">
                <a16:creationId xmlns:a16="http://schemas.microsoft.com/office/drawing/2014/main" id="{A8C6EB16-C7A5-4D2B-8DE7-EAC18CB8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判断前に必要な情報だけを揃える</a:t>
            </a:r>
          </a:p>
        </p:txBody>
      </p:sp>
      <p:sp>
        <p:nvSpPr>
          <p:cNvPr id="10" name="visual-body-58009__s059o010">
            <a:extLst xmlns:a="http://schemas.openxmlformats.org/drawingml/2006/main">
              <a:ext uri="{FF2B5EF4-FFF2-40B4-BE49-F238E27FC236}">
                <a16:creationId xmlns:a16="http://schemas.microsoft.com/office/drawing/2014/main" id="{0AC44EC6-BF52-4DD4-9AB9-9B81ECD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複数資料を開かず、影響候補と根拠を同じ画面で比較できる。</a:t>
            </a:r>
          </a:p>
        </p:txBody>
      </p:sp>
      <p:sp>
        <p:nvSpPr>
          <p:cNvPr id="11" name="bullet-58010__s059o011">
            <a:extLst xmlns:a="http://schemas.openxmlformats.org/drawingml/2006/main">
              <a:ext uri="{FF2B5EF4-FFF2-40B4-BE49-F238E27FC236}">
                <a16:creationId xmlns:a16="http://schemas.microsoft.com/office/drawing/2014/main" id="{508676F9-2042-4CF5-80F6-B252E8D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58011__s059o012">
            <a:extLst xmlns:a="http://schemas.openxmlformats.org/drawingml/2006/main">
              <a:ext uri="{FF2B5EF4-FFF2-40B4-BE49-F238E27FC236}">
                <a16:creationId xmlns:a16="http://schemas.microsoft.com/office/drawing/2014/main" id="{9B593EEE-4477-4524-B89F-C916D03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入力を標準化</a:t>
            </a:r>
          </a:p>
        </p:txBody>
      </p:sp>
      <p:sp>
        <p:nvSpPr>
          <p:cNvPr id="13" name="bullet-58012__s059o013">
            <a:extLst xmlns:a="http://schemas.openxmlformats.org/drawingml/2006/main">
              <a:ext uri="{FF2B5EF4-FFF2-40B4-BE49-F238E27FC236}">
                <a16:creationId xmlns:a16="http://schemas.microsoft.com/office/drawing/2014/main" id="{6F8B1D03-4477-4433-B4D4-73646E9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58013__s059o014">
            <a:extLst xmlns:a="http://schemas.openxmlformats.org/drawingml/2006/main">
              <a:ext uri="{FF2B5EF4-FFF2-40B4-BE49-F238E27FC236}">
                <a16:creationId xmlns:a16="http://schemas.microsoft.com/office/drawing/2014/main" id="{14F19EA6-B770-4E76-A6A5-C7E4584A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E3B47"/>
                </a:solidFill>
                <a:latin typeface="Yu Gothic"/>
                <a:ea typeface="Yu Gothic"/>
                <a:cs typeface="Yu Gothic"/>
              </a:rPr>
              <a:t>差分を強調</a:t>
            </a:r>
          </a:p>
        </p:txBody>
      </p:sp>
      <p:sp>
        <p:nvSpPr>
          <p:cNvPr id="15" name="image-placeholder-58014__s059o015">
            <a:extLst xmlns:a="http://schemas.openxmlformats.org/drawingml/2006/main">
              <a:ext uri="{FF2B5EF4-FFF2-40B4-BE49-F238E27FC236}">
                <a16:creationId xmlns:a16="http://schemas.microsoft.com/office/drawing/2014/main" id="{F59DFD71-AD5E-4653-A496-1E4CFBC8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66850"/>
            <a:ext cx="64960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image-accent-58015__s059o016">
            <a:extLst xmlns:a="http://schemas.openxmlformats.org/drawingml/2006/main">
              <a:ext uri="{FF2B5EF4-FFF2-40B4-BE49-F238E27FC236}">
                <a16:creationId xmlns:a16="http://schemas.microsoft.com/office/drawing/2014/main" id="{CC7BEF09-8346-4910-8ECE-4C2428F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2072259"/>
            <a:ext cx="1948815" cy="2248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age-rule-58016__s059o017">
            <a:extLst xmlns:a="http://schemas.openxmlformats.org/drawingml/2006/main">
              <a:ext uri="{FF2B5EF4-FFF2-40B4-BE49-F238E27FC236}">
                <a16:creationId xmlns:a16="http://schemas.microsoft.com/office/drawing/2014/main" id="{1C01EE88-6694-408E-B68E-D101F76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54" y="2677668"/>
            <a:ext cx="2728341" cy="518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mage-rule-58017__s059o018">
            <a:extLst xmlns:a="http://schemas.openxmlformats.org/drawingml/2006/main">
              <a:ext uri="{FF2B5EF4-FFF2-40B4-BE49-F238E27FC236}">
                <a16:creationId xmlns:a16="http://schemas.microsoft.com/office/drawing/2014/main" id="{6A4A7ED2-118A-42E2-B1A1-F34984F3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54" y="3499295"/>
            <a:ext cx="1818894" cy="3459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mage-label-58018__s059o019">
            <a:extLst xmlns:a="http://schemas.openxmlformats.org/drawingml/2006/main">
              <a:ext uri="{FF2B5EF4-FFF2-40B4-BE49-F238E27FC236}">
                <a16:creationId xmlns:a16="http://schemas.microsoft.com/office/drawing/2014/main" id="{C8DC744D-FA6C-4F75-A483-3868809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54" y="4234434"/>
            <a:ext cx="246849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02</a:t>
            </a:r>
          </a:p>
        </p:txBody>
      </p:sp>
    </p:spTree>
    <p:extLst>
      <p:ext uri="{BB962C8B-B14F-4D97-AF65-F5344CB8AC3E}">
        <p14:creationId xmlns:p14="http://schemas.microsoft.com/office/powerpoint/2010/main" val="202932042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60o001"/>
        <p:cNvGrpSpPr/>
        <p:nvPr/>
      </p:nvGrpSpPr>
      <p:grpSpPr>
        <a:xfrm xmlns:a="http://schemas.openxmlformats.org/drawingml/2006/main"/>
      </p:grpSpPr>
      <p:sp>
        <p:nvSpPr>
          <p:cNvPr id="2" name="label-59001__s060o002">
            <a:extLst xmlns:a="http://schemas.openxmlformats.org/drawingml/2006/main">
              <a:ext uri="{FF2B5EF4-FFF2-40B4-BE49-F238E27FC236}">
                <a16:creationId xmlns:a16="http://schemas.microsoft.com/office/drawing/2014/main" id="{8DC04F13-B1D4-46E8-87EF-0D2AD1F7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59002__s060o003">
            <a:extLst xmlns:a="http://schemas.openxmlformats.org/drawingml/2006/main">
              <a:ext uri="{FF2B5EF4-FFF2-40B4-BE49-F238E27FC236}">
                <a16:creationId xmlns:a16="http://schemas.microsoft.com/office/drawing/2014/main" id="{353D44EF-EEC1-4CD2-8573-2D9C259F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全面ビジュアル</a:t>
            </a:r>
          </a:p>
        </p:txBody>
      </p:sp>
      <p:sp>
        <p:nvSpPr>
          <p:cNvPr id="4" name="title-59003__s060o004">
            <a:extLst xmlns:a="http://schemas.openxmlformats.org/drawingml/2006/main">
              <a:ext uri="{FF2B5EF4-FFF2-40B4-BE49-F238E27FC236}">
                <a16:creationId xmlns:a16="http://schemas.microsoft.com/office/drawing/2014/main" id="{6225A65D-7239-4806-8E44-2C481DB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現場操作を具体化し、改善後の利用像を共有する</a:t>
            </a:r>
          </a:p>
        </p:txBody>
      </p:sp>
      <p:sp>
        <p:nvSpPr>
          <p:cNvPr id="5" name="rule-59004__s060o005">
            <a:extLst xmlns:a="http://schemas.openxmlformats.org/drawingml/2006/main">
              <a:ext uri="{FF2B5EF4-FFF2-40B4-BE49-F238E27FC236}">
                <a16:creationId xmlns:a16="http://schemas.microsoft.com/office/drawing/2014/main" id="{0797E8CE-3DB4-4FE9-A807-F7E3FE6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59005__s060o006">
            <a:extLst xmlns:a="http://schemas.openxmlformats.org/drawingml/2006/main">
              <a:ext uri="{FF2B5EF4-FFF2-40B4-BE49-F238E27FC236}">
                <a16:creationId xmlns:a16="http://schemas.microsoft.com/office/drawing/2014/main" id="{D3ADE00A-C6A4-46FF-BB2E-525CB95F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59006__s060o007">
            <a:extLst xmlns:a="http://schemas.openxmlformats.org/drawingml/2006/main">
              <a:ext uri="{FF2B5EF4-FFF2-40B4-BE49-F238E27FC236}">
                <a16:creationId xmlns:a16="http://schemas.microsoft.com/office/drawing/2014/main" id="{D773B2EC-F319-4A57-A042-19B96C99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image-hero  |  visual  |  架空データ</a:t>
            </a:r>
          </a:p>
        </p:txBody>
      </p:sp>
      <p:sp>
        <p:nvSpPr>
          <p:cNvPr id="8" name="page-number-59007__s060o008">
            <a:extLst xmlns:a="http://schemas.openxmlformats.org/drawingml/2006/main">
              <a:ext uri="{FF2B5EF4-FFF2-40B4-BE49-F238E27FC236}">
                <a16:creationId xmlns:a16="http://schemas.microsoft.com/office/drawing/2014/main" id="{A0F843A5-0B54-4ABC-A4AB-51EB013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  <p:sp>
        <p:nvSpPr>
          <p:cNvPr id="9" name="image-placeholder-59008__s060o009">
            <a:extLst xmlns:a="http://schemas.openxmlformats.org/drawingml/2006/main">
              <a:ext uri="{FF2B5EF4-FFF2-40B4-BE49-F238E27FC236}">
                <a16:creationId xmlns:a16="http://schemas.microsoft.com/office/drawing/2014/main" id="{7E1C3A77-7EBA-4387-B013-04FEB5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image-accent-59009__s060o010">
            <a:extLst xmlns:a="http://schemas.openxmlformats.org/drawingml/2006/main">
              <a:ext uri="{FF2B5EF4-FFF2-40B4-BE49-F238E27FC236}">
                <a16:creationId xmlns:a16="http://schemas.microsoft.com/office/drawing/2014/main" id="{C8A11B07-14CB-46D3-9A2E-4BE4739B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000631"/>
            <a:ext cx="3246120" cy="2407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mage-rule-59010__s060o011">
            <a:extLst xmlns:a="http://schemas.openxmlformats.org/drawingml/2006/main">
              <a:ext uri="{FF2B5EF4-FFF2-40B4-BE49-F238E27FC236}">
                <a16:creationId xmlns:a16="http://schemas.microsoft.com/office/drawing/2014/main" id="{013A1289-E541-49A4-85DD-8AC50BD1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48712"/>
            <a:ext cx="4544568" cy="555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age-rule-59011__s060o012">
            <a:extLst xmlns:a="http://schemas.openxmlformats.org/drawingml/2006/main">
              <a:ext uri="{FF2B5EF4-FFF2-40B4-BE49-F238E27FC236}">
                <a16:creationId xmlns:a16="http://schemas.microsoft.com/office/drawing/2014/main" id="{249C050B-997D-4B4B-BED2-C7425420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528250"/>
            <a:ext cx="3029712" cy="370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age-label-59012__s060o013">
            <a:extLst xmlns:a="http://schemas.openxmlformats.org/drawingml/2006/main">
              <a:ext uri="{FF2B5EF4-FFF2-40B4-BE49-F238E27FC236}">
                <a16:creationId xmlns:a16="http://schemas.microsoft.com/office/drawing/2014/main" id="{70BF8564-E640-4BCD-8748-8B8F1381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315206"/>
            <a:ext cx="41117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03</a:t>
            </a:r>
          </a:p>
        </p:txBody>
      </p:sp>
      <p:sp>
        <p:nvSpPr>
          <p:cNvPr id="14" name="hero-overlay-59013__s060o014">
            <a:extLst xmlns:a="http://schemas.openxmlformats.org/drawingml/2006/main">
              <a:ext uri="{FF2B5EF4-FFF2-40B4-BE49-F238E27FC236}">
                <a16:creationId xmlns:a16="http://schemas.microsoft.com/office/drawing/2014/main" id="{68565A32-414D-4BA6-98EC-860B9972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619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hero-headline-59014__s060o015">
            <a:extLst xmlns:a="http://schemas.openxmlformats.org/drawingml/2006/main">
              <a:ext uri="{FF2B5EF4-FFF2-40B4-BE49-F238E27FC236}">
                <a16:creationId xmlns:a16="http://schemas.microsoft.com/office/drawing/2014/main" id="{2932DF70-8A40-4475-8925-6D21E36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判断材料を、一つの視野へ</a:t>
            </a:r>
          </a:p>
        </p:txBody>
      </p:sp>
      <p:sp>
        <p:nvSpPr>
          <p:cNvPr id="16" name="hero-body-59015__s060o016">
            <a:extLst xmlns:a="http://schemas.openxmlformats.org/drawingml/2006/main">
              <a:ext uri="{FF2B5EF4-FFF2-40B4-BE49-F238E27FC236}">
                <a16:creationId xmlns:a16="http://schemas.microsoft.com/office/drawing/2014/main" id="{AA7C672F-4E43-4C94-B0A3-3C5659FD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8E4E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8E4EF"/>
                </a:solidFill>
                <a:latin typeface="Yu Gothic"/>
                <a:ea typeface="Yu Gothic"/>
                <a:cs typeface="Yu Gothic"/>
              </a:rPr>
              <a:t>影響、根拠、未確認事項を同時に確認する。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09915476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61o001"/>
        <p:cNvGrpSpPr/>
        <p:nvPr/>
      </p:nvGrpSpPr>
      <p:grpSpPr>
        <a:xfrm xmlns:a="http://schemas.openxmlformats.org/drawingml/2006/main"/>
      </p:grpSpPr>
      <p:sp>
        <p:nvSpPr>
          <p:cNvPr id="2" name="label-60001__s061o002">
            <a:extLst xmlns:a="http://schemas.openxmlformats.org/drawingml/2006/main">
              <a:ext uri="{FF2B5EF4-FFF2-40B4-BE49-F238E27FC236}">
                <a16:creationId xmlns:a16="http://schemas.microsoft.com/office/drawing/2014/main" id="{73C35E12-1F25-4071-9FFE-8738F4BF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60002__s061o003">
            <a:extLst xmlns:a="http://schemas.openxmlformats.org/drawingml/2006/main">
              <a:ext uri="{FF2B5EF4-FFF2-40B4-BE49-F238E27FC236}">
                <a16:creationId xmlns:a16="http://schemas.microsoft.com/office/drawing/2014/main" id="{DCA391EB-4214-4C1F-9271-6CC82D75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画像ギャラリー</a:t>
            </a:r>
          </a:p>
        </p:txBody>
      </p:sp>
      <p:sp>
        <p:nvSpPr>
          <p:cNvPr id="4" name="title-60003__s061o004">
            <a:extLst xmlns:a="http://schemas.openxmlformats.org/drawingml/2006/main">
              <a:ext uri="{FF2B5EF4-FFF2-40B4-BE49-F238E27FC236}">
                <a16:creationId xmlns:a16="http://schemas.microsoft.com/office/drawing/2014/main" id="{5BF8545B-8F5B-46FB-BD08-5290630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現場操作を具体化し、改善後の利用像を共有する</a:t>
            </a:r>
          </a:p>
        </p:txBody>
      </p:sp>
      <p:sp>
        <p:nvSpPr>
          <p:cNvPr id="5" name="rule-60004__s061o005">
            <a:extLst xmlns:a="http://schemas.openxmlformats.org/drawingml/2006/main">
              <a:ext uri="{FF2B5EF4-FFF2-40B4-BE49-F238E27FC236}">
                <a16:creationId xmlns:a16="http://schemas.microsoft.com/office/drawing/2014/main" id="{78B1DC29-8F74-4F0A-8188-191C1A1F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60005__s061o006">
            <a:extLst xmlns:a="http://schemas.openxmlformats.org/drawingml/2006/main">
              <a:ext uri="{FF2B5EF4-FFF2-40B4-BE49-F238E27FC236}">
                <a16:creationId xmlns:a16="http://schemas.microsoft.com/office/drawing/2014/main" id="{14CA2937-D286-4033-8C28-A30FC796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60006__s061o007">
            <a:extLst xmlns:a="http://schemas.openxmlformats.org/drawingml/2006/main">
              <a:ext uri="{FF2B5EF4-FFF2-40B4-BE49-F238E27FC236}">
                <a16:creationId xmlns:a16="http://schemas.microsoft.com/office/drawing/2014/main" id="{DF3A2B84-A2BB-4B39-87D2-86973E3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image-gallery  |  visual  |  架空データ</a:t>
            </a:r>
          </a:p>
        </p:txBody>
      </p:sp>
      <p:sp>
        <p:nvSpPr>
          <p:cNvPr id="8" name="page-number-60007__s061o008">
            <a:extLst xmlns:a="http://schemas.openxmlformats.org/drawingml/2006/main">
              <a:ext uri="{FF2B5EF4-FFF2-40B4-BE49-F238E27FC236}">
                <a16:creationId xmlns:a16="http://schemas.microsoft.com/office/drawing/2014/main" id="{F73E4112-6009-47BB-B66B-931FA3B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61</a:t>
            </a:r>
          </a:p>
        </p:txBody>
      </p:sp>
      <p:sp>
        <p:nvSpPr>
          <p:cNvPr id="9" name="image-placeholder-60008__s061o009">
            <a:extLst xmlns:a="http://schemas.openxmlformats.org/drawingml/2006/main">
              <a:ext uri="{FF2B5EF4-FFF2-40B4-BE49-F238E27FC236}">
                <a16:creationId xmlns:a16="http://schemas.microsoft.com/office/drawing/2014/main" id="{DC8B1892-96DB-45A3-8453-CB67F95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image-accent-60009__s061o010">
            <a:extLst xmlns:a="http://schemas.openxmlformats.org/drawingml/2006/main">
              <a:ext uri="{FF2B5EF4-FFF2-40B4-BE49-F238E27FC236}">
                <a16:creationId xmlns:a16="http://schemas.microsoft.com/office/drawing/2014/main" id="{498156EB-A0C7-4289-8CA9-0847AAC5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76450"/>
            <a:ext cx="96012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mage-rule-60010__s061o011">
            <a:extLst xmlns:a="http://schemas.openxmlformats.org/drawingml/2006/main">
              <a:ext uri="{FF2B5EF4-FFF2-40B4-BE49-F238E27FC236}">
                <a16:creationId xmlns:a16="http://schemas.microsoft.com/office/drawing/2014/main" id="{88D5ADCA-DB7A-45BB-91F2-D9B1260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2476500"/>
            <a:ext cx="134416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age-rule-60011__s061o012">
            <a:extLst xmlns:a="http://schemas.openxmlformats.org/drawingml/2006/main">
              <a:ext uri="{FF2B5EF4-FFF2-40B4-BE49-F238E27FC236}">
                <a16:creationId xmlns:a16="http://schemas.microsoft.com/office/drawing/2014/main" id="{FD764386-21D0-4DE0-A67D-F112028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3019425"/>
            <a:ext cx="8961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age-label-60012__s061o013">
            <a:extLst xmlns:a="http://schemas.openxmlformats.org/drawingml/2006/main">
              <a:ext uri="{FF2B5EF4-FFF2-40B4-BE49-F238E27FC236}">
                <a16:creationId xmlns:a16="http://schemas.microsoft.com/office/drawing/2014/main" id="{EEE956D1-830D-4512-BD7E-1C46CC82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3505200"/>
            <a:ext cx="12161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04</a:t>
            </a:r>
          </a:p>
        </p:txBody>
      </p:sp>
      <p:sp>
        <p:nvSpPr>
          <p:cNvPr id="14" name="image-placeholder-60013__s061o014">
            <a:extLst xmlns:a="http://schemas.openxmlformats.org/drawingml/2006/main">
              <a:ext uri="{FF2B5EF4-FFF2-40B4-BE49-F238E27FC236}">
                <a16:creationId xmlns:a16="http://schemas.microsoft.com/office/drawing/2014/main" id="{7EE9265E-8AD6-4917-8A9F-4390A56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image-accent-60014__s061o015">
            <a:extLst xmlns:a="http://schemas.openxmlformats.org/drawingml/2006/main">
              <a:ext uri="{FF2B5EF4-FFF2-40B4-BE49-F238E27FC236}">
                <a16:creationId xmlns:a16="http://schemas.microsoft.com/office/drawing/2014/main" id="{E587A429-9BAF-4435-AB4A-92422E9E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282" y="2076450"/>
            <a:ext cx="96012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age-rule-60015__s061o016">
            <a:extLst xmlns:a="http://schemas.openxmlformats.org/drawingml/2006/main">
              <a:ext uri="{FF2B5EF4-FFF2-40B4-BE49-F238E27FC236}">
                <a16:creationId xmlns:a16="http://schemas.microsoft.com/office/drawing/2014/main" id="{A6CAB233-871D-44F8-9049-AC77F888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442" y="2476500"/>
            <a:ext cx="134416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age-rule-60016__s061o017">
            <a:extLst xmlns:a="http://schemas.openxmlformats.org/drawingml/2006/main">
              <a:ext uri="{FF2B5EF4-FFF2-40B4-BE49-F238E27FC236}">
                <a16:creationId xmlns:a16="http://schemas.microsoft.com/office/drawing/2014/main" id="{1CE0C344-9BC2-4C9E-B93E-F730A7DB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442" y="3019425"/>
            <a:ext cx="8961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mage-label-60017__s061o018">
            <a:extLst xmlns:a="http://schemas.openxmlformats.org/drawingml/2006/main">
              <a:ext uri="{FF2B5EF4-FFF2-40B4-BE49-F238E27FC236}">
                <a16:creationId xmlns:a16="http://schemas.microsoft.com/office/drawing/2014/main" id="{46972450-7B76-462F-B704-BE7729A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442" y="3505200"/>
            <a:ext cx="12161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05</a:t>
            </a:r>
          </a:p>
        </p:txBody>
      </p:sp>
      <p:sp>
        <p:nvSpPr>
          <p:cNvPr id="19" name="image-placeholder-60018__s061o019">
            <a:extLst xmlns:a="http://schemas.openxmlformats.org/drawingml/2006/main">
              <a:ext uri="{FF2B5EF4-FFF2-40B4-BE49-F238E27FC236}">
                <a16:creationId xmlns:a16="http://schemas.microsoft.com/office/drawing/2014/main" id="{CCBB976B-2C47-43F2-A8A0-A85E6E26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image-accent-60019__s061o020">
            <a:extLst xmlns:a="http://schemas.openxmlformats.org/drawingml/2006/main">
              <a:ext uri="{FF2B5EF4-FFF2-40B4-BE49-F238E27FC236}">
                <a16:creationId xmlns:a16="http://schemas.microsoft.com/office/drawing/2014/main" id="{C09B8105-290C-4756-A7BF-0EBB326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732" y="2076450"/>
            <a:ext cx="96012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mage-rule-60020__s061o021">
            <a:extLst xmlns:a="http://schemas.openxmlformats.org/drawingml/2006/main">
              <a:ext uri="{FF2B5EF4-FFF2-40B4-BE49-F238E27FC236}">
                <a16:creationId xmlns:a16="http://schemas.microsoft.com/office/drawing/2014/main" id="{C08DFA21-AF66-4A83-88B4-F5DB891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92" y="2476500"/>
            <a:ext cx="134416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mage-rule-60021__s061o022">
            <a:extLst xmlns:a="http://schemas.openxmlformats.org/drawingml/2006/main">
              <a:ext uri="{FF2B5EF4-FFF2-40B4-BE49-F238E27FC236}">
                <a16:creationId xmlns:a16="http://schemas.microsoft.com/office/drawing/2014/main" id="{E64E274F-046E-48BA-8516-EA4C1E3B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92" y="3019425"/>
            <a:ext cx="8961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mage-label-60022__s061o023">
            <a:extLst xmlns:a="http://schemas.openxmlformats.org/drawingml/2006/main">
              <a:ext uri="{FF2B5EF4-FFF2-40B4-BE49-F238E27FC236}">
                <a16:creationId xmlns:a16="http://schemas.microsoft.com/office/drawing/2014/main" id="{1643EE7A-AFD9-48F9-9F81-279665E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92" y="3505200"/>
            <a:ext cx="12161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VISUAL 06</a:t>
            </a:r>
          </a:p>
        </p:txBody>
      </p:sp>
      <p:sp>
        <p:nvSpPr>
          <p:cNvPr id="24" name="gallery-caption-60023__s061o024">
            <a:extLst xmlns:a="http://schemas.openxmlformats.org/drawingml/2006/main">
              <a:ext uri="{FF2B5EF4-FFF2-40B4-BE49-F238E27FC236}">
                <a16:creationId xmlns:a16="http://schemas.microsoft.com/office/drawing/2014/main" id="{8B7BC7C8-7BD8-4659-A530-8A1EEBF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25" name="gallery-caption-60024__s061o025">
            <a:extLst xmlns:a="http://schemas.openxmlformats.org/drawingml/2006/main">
              <a:ext uri="{FF2B5EF4-FFF2-40B4-BE49-F238E27FC236}">
                <a16:creationId xmlns:a16="http://schemas.microsoft.com/office/drawing/2014/main" id="{1F662B16-169F-4EFD-A280-B0D205D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解析</a:t>
            </a:r>
          </a:p>
        </p:txBody>
      </p:sp>
      <p:sp>
        <p:nvSpPr>
          <p:cNvPr id="26" name="gallery-caption-60025__s061o026">
            <a:extLst xmlns:a="http://schemas.openxmlformats.org/drawingml/2006/main">
              <a:ext uri="{FF2B5EF4-FFF2-40B4-BE49-F238E27FC236}">
                <a16:creationId xmlns:a16="http://schemas.microsoft.com/office/drawing/2014/main" id="{55DF0732-012E-41B2-AC27-FD9B7566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27" name="callout-60026__s061o027">
            <a:extLst xmlns:a="http://schemas.openxmlformats.org/drawingml/2006/main">
              <a:ext uri="{FF2B5EF4-FFF2-40B4-BE49-F238E27FC236}">
                <a16:creationId xmlns:a16="http://schemas.microsoft.com/office/drawing/2014/main" id="{979045D9-6514-40F2-83AC-36F39DF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callout-text-60027__s061o028">
            <a:extLst xmlns:a="http://schemas.openxmlformats.org/drawingml/2006/main">
              <a:ext uri="{FF2B5EF4-FFF2-40B4-BE49-F238E27FC236}">
                <a16:creationId xmlns:a16="http://schemas.microsoft.com/office/drawing/2014/main" id="{939F8326-D9B6-484B-903C-DFE36AE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29250"/>
            <a:ext cx="784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三つの場面を同じ粒度で並べ、体験全体を説明する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139601531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slide-root__s062o001"/>
        <p:cNvGrpSpPr/>
        <p:nvPr/>
      </p:nvGrpSpPr>
      <p:grpSpPr>
        <a:xfrm xmlns:a="http://schemas.openxmlformats.org/drawingml/2006/main"/>
      </p:grpSpPr>
      <p:sp>
        <p:nvSpPr>
          <p:cNvPr id="2" name="label-61001__s062o002">
            <a:extLst xmlns:a="http://schemas.openxmlformats.org/drawingml/2006/main">
              <a:ext uri="{FF2B5EF4-FFF2-40B4-BE49-F238E27FC236}">
                <a16:creationId xmlns:a16="http://schemas.microsoft.com/office/drawing/2014/main" id="{7DEBA880-5FC2-4BA6-9475-9E72F7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POWERPOINT LAYOUT SYSTEM</a:t>
            </a:r>
          </a:p>
        </p:txBody>
      </p:sp>
      <p:sp>
        <p:nvSpPr>
          <p:cNvPr id="3" name="layout-name-61002__s062o003">
            <a:extLst xmlns:a="http://schemas.openxmlformats.org/drawingml/2006/main">
              <a:ext uri="{FF2B5EF4-FFF2-40B4-BE49-F238E27FC236}">
                <a16:creationId xmlns:a16="http://schemas.microsoft.com/office/drawing/2014/main" id="{0CB1B5B2-F10A-4AA0-B3AE-A47ED92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重要課題一覧</a:t>
            </a:r>
          </a:p>
        </p:txBody>
      </p:sp>
      <p:sp>
        <p:nvSpPr>
          <p:cNvPr id="4" name="title-61003__s062o004">
            <a:extLst xmlns:a="http://schemas.openxmlformats.org/drawingml/2006/main">
              <a:ext uri="{FF2B5EF4-FFF2-40B4-BE49-F238E27FC236}">
                <a16:creationId xmlns:a16="http://schemas.microsoft.com/office/drawing/2014/main" id="{6A81AA4D-2C1B-4CB5-951B-6EBD3CDF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重要課題二件は期限超過の恐れがあり、要判断</a:t>
            </a:r>
          </a:p>
        </p:txBody>
      </p:sp>
      <p:sp>
        <p:nvSpPr>
          <p:cNvPr id="5" name="rule-61004__s062o005">
            <a:extLst xmlns:a="http://schemas.openxmlformats.org/drawingml/2006/main">
              <a:ext uri="{FF2B5EF4-FFF2-40B4-BE49-F238E27FC236}">
                <a16:creationId xmlns:a16="http://schemas.microsoft.com/office/drawing/2014/main" id="{4304A68E-0D6C-4F51-916B-4DFD984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61005__s062o006">
            <a:extLst xmlns:a="http://schemas.openxmlformats.org/drawingml/2006/main">
              <a:ext uri="{FF2B5EF4-FFF2-40B4-BE49-F238E27FC236}">
                <a16:creationId xmlns:a16="http://schemas.microsoft.com/office/drawing/2014/main" id="{3A2DA991-4B3B-407B-ABD9-265DF24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61006__s062o007">
            <a:extLst xmlns:a="http://schemas.openxmlformats.org/drawingml/2006/main">
              <a:ext uri="{FF2B5EF4-FFF2-40B4-BE49-F238E27FC236}">
                <a16:creationId xmlns:a16="http://schemas.microsoft.com/office/drawing/2014/main" id="{A83954BA-05A4-495B-86A8-55DE5E8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issue-action-log  |  governance  |  架空データ</a:t>
            </a:r>
          </a:p>
        </p:txBody>
      </p:sp>
      <p:sp>
        <p:nvSpPr>
          <p:cNvPr id="8" name="page-number-61007__s062o008">
            <a:extLst xmlns:a="http://schemas.openxmlformats.org/drawingml/2006/main">
              <a:ext uri="{FF2B5EF4-FFF2-40B4-BE49-F238E27FC236}">
                <a16:creationId xmlns:a16="http://schemas.microsoft.com/office/drawing/2014/main" id="{ECF75AB0-B324-4357-9DB8-B65FACA3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97786"/>
                </a:solidFill>
                <a:latin typeface="Yu Gothic"/>
                <a:ea typeface="Yu Gothic"/>
                <a:cs typeface="Yu Gothic"/>
              </a:rPr>
              <a:t>62</a:t>
            </a:r>
          </a:p>
        </p:txBody>
      </p:sp>
      <p:graphicFrame>
        <p:nvGraphicFramePr>
          <p:cNvPr id="9" name="object__s062o009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評価データ不足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要対応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企画部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追加案件を選定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権限設計未確定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要対応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基盤部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8/08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承認者を確定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教育資料の遅延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利用部門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作成を前倒し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監査観点の確認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順調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品質管理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8/15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レビュー予定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587375"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試行環境の準備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順調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開発部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8/18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2E3B47"/>
                          </a:solidFill>
                          <a:latin typeface="Yu Gothic"/>
                          <a:ea typeface="Yu Gothic"/>
                          <a:cs typeface="Yu Gothic"/>
                        </a:rPr>
                        <a:t>構築中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allout-61008__s062o010">
            <a:extLst xmlns:a="http://schemas.openxmlformats.org/drawingml/2006/main">
              <a:ext uri="{FF2B5EF4-FFF2-40B4-BE49-F238E27FC236}">
                <a16:creationId xmlns:a16="http://schemas.microsoft.com/office/drawing/2014/main" id="{30DA729F-2E86-46C7-BA22-6A45FFB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callout-text-61009__s062o011">
            <a:extLst xmlns:a="http://schemas.openxmlformats.org/drawingml/2006/main">
              <a:ext uri="{FF2B5EF4-FFF2-40B4-BE49-F238E27FC236}">
                <a16:creationId xmlns:a16="http://schemas.microsoft.com/office/drawing/2014/main" id="{E19A470C-DB67-441F-99A7-BF7EF36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324D"/>
                </a:solidFill>
                <a:latin typeface="Yu Gothic"/>
                <a:ea typeface="Yu Gothic"/>
                <a:cs typeface="Yu Gothic"/>
              </a:rPr>
              <a:t>エスカレーション：8月8日までに権限設計が決まらなければ開始日を見直す</a:t>
            </a:r>
          </a:p>
        </p:txBody>
      </p:sp>
    </p:spTree>
    <p:extLst>
      <p:ext uri="{BB962C8B-B14F-4D97-AF65-F5344CB8AC3E}">
        <p14:creationId xmlns:p14="http://schemas.microsoft.com/office/powerpoint/2010/main" val="1156332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powerpoint-layout-design</ap:Application>
  <ap:PresentationFormat>Japanese PowerPoint layout reference</ap:PresentationFormat>
  <ap:Slides>62</ap:Slides>
  <ap:Notes>62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powerpoint-layout-design</dc:creator>
  <lastModifiedBy>powerpoint-layout-design</lastModifiedBy>
  <dc:title>Presentation</dc:title>
  <dcterms:created xsi:type="dcterms:W3CDTF">2026-07-26T00:00:00Z</dcterms:created>
  <dcterms:modified xsi:type="dcterms:W3CDTF">2026-07-26T00:00:00Z</dcterms:modified>
</coreProperties>
</file>